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5955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B3F6A"/>
          </a:solidFill>
          <a:ln w="12700">
            <a:solidFill>
              <a:srgbClr val="1B3F6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09728" cy="1828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Metaheurísticas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inteligencia que optimiza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fábrica en segundos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teoría al negocio industrial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812280" y="7315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F6A"/>
          </a:solidFill>
          <a:ln w="12700">
            <a:solidFill>
              <a:srgbClr val="1B3F6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Metaheurística?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840480" cy="347472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"Más allá"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176272"/>
            <a:ext cx="3383280" cy="0"/>
          </a:xfrm>
          <a:prstGeom prst="line">
            <a:avLst/>
          </a:prstGeom>
          <a:noFill/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"Regla de intuición"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182112"/>
            <a:ext cx="3383280" cy="0"/>
          </a:xfrm>
          <a:prstGeom prst="line">
            <a:avLst/>
          </a:prstGeom>
          <a:noFill/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502920" y="32735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6118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que guía la búsqueda de buenas soluciones sin revisar todo el universo de opciones.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1097280"/>
            <a:ext cx="4206240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A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4" name="Shape 12"/>
          <p:cNvSpPr/>
          <p:nvPr/>
        </p:nvSpPr>
        <p:spPr>
          <a:xfrm>
            <a:off x="4572000" y="1097280"/>
            <a:ext cx="109728" cy="3474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4754880" y="1234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analogía del explorador 🧭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0" y="1783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revisa cada rincón del bosque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3500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Usa su experiencia para saber dónde buscar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9169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Encuentra una buena solución rápido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48386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Aprende y ajusta su ruta sobre la marcha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4114800"/>
            <a:ext cx="3931920" cy="27432"/>
          </a:xfrm>
          <a:prstGeom prst="rect">
            <a:avLst/>
          </a:prstGeom>
          <a:solidFill>
            <a:srgbClr val="E2EAF2"/>
          </a:solidFill>
          <a:ln w="12700">
            <a:solidFill>
              <a:srgbClr val="E2EAF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4754880" y="42062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busca la solución perfecta. Busca una muy buena, en tiempo útil."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Demasiadas Opciones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432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1143000" y="13258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🏭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productos distintos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con tiempos de máquina y costos diferentes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7432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4069080" y="13258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📅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37560" y="2240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tras semana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29718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manuales de programación cada lunes por la mañana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114300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6172200" y="1143000"/>
            <a:ext cx="27432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6995160" y="13258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🤔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63640" y="2240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Millones de combinaciones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9718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calcularlas todas a mano o incluso con una PC normal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4526280"/>
            <a:ext cx="8503920" cy="50292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457200" y="45537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Calcular TODAS las combinaciones tomaría más años que la edad del universo. Necesitamos algo más inteligente.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Genético: Inspirado en Darwin 🧬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naturaleza tardó millones de años en evolucionar. El algoritmo lo hace en segundos.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463040" cy="2560320"/>
          </a:xfrm>
          <a:prstGeom prst="rect">
            <a:avLst/>
          </a:prstGeom>
          <a:solidFill>
            <a:srgbClr val="1B3F6A"/>
          </a:solidFill>
          <a:ln w="12700">
            <a:solidFill>
              <a:srgbClr val="1E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713232" y="1417320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713232" y="143560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soluciones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azar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55648" y="2578608"/>
            <a:ext cx="237744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1938528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11680" y="1371600"/>
            <a:ext cx="1463040" cy="2560320"/>
          </a:xfrm>
          <a:prstGeom prst="rect">
            <a:avLst/>
          </a:prstGeom>
          <a:solidFill>
            <a:srgbClr val="1B3F6A"/>
          </a:solidFill>
          <a:ln w="12700">
            <a:solidFill>
              <a:srgbClr val="1E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2450592" y="1417320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2450592" y="143560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57400" y="21488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57400" y="2880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eficiente?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93008" y="2578608"/>
            <a:ext cx="237744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3675888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49040" y="1371600"/>
            <a:ext cx="1463040" cy="2560320"/>
          </a:xfrm>
          <a:prstGeom prst="rect">
            <a:avLst/>
          </a:prstGeom>
          <a:solidFill>
            <a:srgbClr val="1B3F6A"/>
          </a:solidFill>
          <a:ln w="12700">
            <a:solidFill>
              <a:srgbClr val="1E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9" name="Shape 17"/>
          <p:cNvSpPr/>
          <p:nvPr/>
        </p:nvSpPr>
        <p:spPr>
          <a:xfrm>
            <a:off x="4187952" y="1417320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4187952" y="143560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94760" y="21488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94760" y="2880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mejores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reproducen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30368" y="2578608"/>
            <a:ext cx="237744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5413248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0" y="1371600"/>
            <a:ext cx="1463040" cy="2560320"/>
          </a:xfrm>
          <a:prstGeom prst="rect">
            <a:avLst/>
          </a:prstGeom>
          <a:solidFill>
            <a:srgbClr val="1B3F6A"/>
          </a:solidFill>
          <a:ln w="12700">
            <a:solidFill>
              <a:srgbClr val="1E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6" name="Shape 24"/>
          <p:cNvSpPr/>
          <p:nvPr/>
        </p:nvSpPr>
        <p:spPr>
          <a:xfrm>
            <a:off x="5925312" y="1417320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" name="Text 25"/>
          <p:cNvSpPr/>
          <p:nvPr/>
        </p:nvSpPr>
        <p:spPr>
          <a:xfrm>
            <a:off x="5925312" y="143560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32120" y="21488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Mutación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32120" y="2880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combinan 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varían levemente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67728" y="2578608"/>
            <a:ext cx="237744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Text 29"/>
          <p:cNvSpPr/>
          <p:nvPr/>
        </p:nvSpPr>
        <p:spPr>
          <a:xfrm>
            <a:off x="7150608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223760" y="1371600"/>
            <a:ext cx="1463040" cy="2560320"/>
          </a:xfrm>
          <a:prstGeom prst="rect">
            <a:avLst/>
          </a:prstGeom>
          <a:solidFill>
            <a:srgbClr val="1B3F6A"/>
          </a:solidFill>
          <a:ln w="12700">
            <a:solidFill>
              <a:srgbClr val="1E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33" name="Shape 31"/>
          <p:cNvSpPr/>
          <p:nvPr/>
        </p:nvSpPr>
        <p:spPr>
          <a:xfrm>
            <a:off x="7662672" y="1417320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7662672" y="143560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269480" y="21488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269480" y="2880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que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anterior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160520"/>
            <a:ext cx="8595360" cy="54864"/>
          </a:xfrm>
          <a:prstGeom prst="rect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Text 36"/>
          <p:cNvSpPr/>
          <p:nvPr/>
        </p:nvSpPr>
        <p:spPr>
          <a:xfrm>
            <a:off x="274320" y="42976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El proceso se repite generación tras generación hasta encontrar una solución óptima — igual que la evolución.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SmartSched: El Algoritmo Trabaja para su Fábrica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834640" cy="457200"/>
          </a:xfrm>
          <a:prstGeom prst="rect">
            <a:avLst/>
          </a:prstGeom>
          <a:solidFill>
            <a:srgbClr val="1B3F6A"/>
          </a:solidFill>
          <a:ln w="12700">
            <a:solidFill>
              <a:srgbClr val="1B3F6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ENTRADAS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de la semana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2585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por máquina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91693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Turnos disponibles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5753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de producción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1005840"/>
            <a:ext cx="2286000" cy="356616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3566160" y="1234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⚙️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66160" y="2011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Genético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miles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posibles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tras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00584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6" name="Shape 14"/>
          <p:cNvSpPr/>
          <p:nvPr/>
        </p:nvSpPr>
        <p:spPr>
          <a:xfrm>
            <a:off x="6080760" y="1005840"/>
            <a:ext cx="283464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6172200" y="1051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RESULTADO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1600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óptimo de producción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2585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máquinas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291693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tiempo muerto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35753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menos de 5 minutos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632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A623"/>
                </a:solidFill>
              </a:rPr>
              <a:t>▶▶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692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A623"/>
                </a:solidFill>
              </a:rPr>
              <a:t>▶▶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Argumento que Todo Directivo Entiende: El ROI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28346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11480" y="2377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muerto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3127248"/>
            <a:ext cx="219456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411480" y="3200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18% → 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43200" cy="2834640"/>
          </a:xfrm>
          <a:prstGeom prst="rect">
            <a:avLst/>
          </a:prstGeom>
          <a:solidFill>
            <a:srgbClr val="1B3F6A"/>
          </a:solidFill>
          <a:ln w="12700">
            <a:solidFill>
              <a:srgbClr val="1B3F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3246120" y="12344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3337560" y="2377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pedidos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entregados a tiempo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520440" y="3127248"/>
            <a:ext cx="219456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3337560" y="3200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81% → 96%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051560"/>
            <a:ext cx="2743200" cy="2834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6172200" y="12344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6263640" y="2377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anual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liberado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46520" y="3127248"/>
            <a:ext cx="219456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6263640" y="3200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planta de $2M/año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069080"/>
            <a:ext cx="8503920" cy="45720"/>
          </a:xfrm>
          <a:prstGeom prst="rect">
            <a:avLst/>
          </a:prstGeom>
          <a:solidFill>
            <a:srgbClr val="E2EAF2"/>
          </a:solidFill>
          <a:ln w="12700">
            <a:solidFill>
              <a:srgbClr val="E2EAF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320040" y="420624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Tiempo de decisión: de 4 horas manuales a 5 minutos automáticos, cada semana.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274320" y="137160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74720" y="548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74720" y="100584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naturaleza evolucionó.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su fábrica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hacerlo también.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474720" y="2834640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5"/>
          <p:cNvSpPr/>
          <p:nvPr/>
        </p:nvSpPr>
        <p:spPr>
          <a:xfrm>
            <a:off x="3840480" y="28163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Metaheurística = estrategia inteligente de búsqueda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74720" y="3429000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7"/>
          <p:cNvSpPr/>
          <p:nvPr/>
        </p:nvSpPr>
        <p:spPr>
          <a:xfrm>
            <a:off x="3840480" y="34107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Genético = evolución aplicada al software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74720" y="4023360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9"/>
          <p:cNvSpPr/>
          <p:nvPr/>
        </p:nvSpPr>
        <p:spPr>
          <a:xfrm>
            <a:off x="3840480" y="40050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SmartSched = optimización de producción en 5 min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74720" y="4663440"/>
            <a:ext cx="5303520" cy="0"/>
          </a:xfrm>
          <a:prstGeom prst="line">
            <a:avLst/>
          </a:prstGeom>
          <a:noFill/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1"/>
          <p:cNvSpPr/>
          <p:nvPr/>
        </p:nvSpPr>
        <p:spPr>
          <a:xfrm>
            <a:off x="3474720" y="4754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A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¿Le gustaría ver una simulación en vivo con sus datos de producción?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429</Words>
  <Application>Microsoft Office PowerPoint</Application>
  <PresentationFormat>Presentación en pantalla (16:9)</PresentationFormat>
  <Paragraphs>107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Metaheurísticas: Optimizando la Manufactura</dc:title>
  <dc:subject>PptxGenJS Presentation</dc:subject>
  <dc:creator>PptxGenJS</dc:creator>
  <cp:lastModifiedBy>CEVALLOS REA JORDY GABRIEL</cp:lastModifiedBy>
  <cp:revision>2</cp:revision>
  <dcterms:created xsi:type="dcterms:W3CDTF">2026-04-18T13:59:43Z</dcterms:created>
  <dcterms:modified xsi:type="dcterms:W3CDTF">2026-04-18T14:58:10Z</dcterms:modified>
</cp:coreProperties>
</file>
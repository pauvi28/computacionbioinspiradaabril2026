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80" d="100"/>
          <a:sy n="80" d="100"/>
        </p:scale>
        <p:origin x="378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0EFD-BD22-7C43-DBA4-55C9DB3CD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889" y="802298"/>
            <a:ext cx="9925963" cy="2541431"/>
          </a:xfrm>
        </p:spPr>
        <p:txBody>
          <a:bodyPr>
            <a:normAutofit fontScale="90000"/>
          </a:bodyPr>
          <a:lstStyle/>
          <a:p>
            <a:r>
              <a:rPr lang="es-MX" dirty="0"/>
              <a:t>	 Mangle Rojo</a:t>
            </a: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EEAA38-792B-F32C-2CBB-218F29DA9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022929"/>
          </a:xfrm>
        </p:spPr>
        <p:txBody>
          <a:bodyPr/>
          <a:lstStyle/>
          <a:p>
            <a:r>
              <a:rPr lang="es-MX" dirty="0"/>
              <a:t>Integrantes:</a:t>
            </a:r>
          </a:p>
          <a:p>
            <a:r>
              <a:rPr lang="es-MX" dirty="0"/>
              <a:t>Aguirre FABIAN</a:t>
            </a:r>
          </a:p>
          <a:p>
            <a:r>
              <a:rPr lang="es-MX" dirty="0"/>
              <a:t>Ortega ivan</a:t>
            </a:r>
          </a:p>
          <a:p>
            <a:r>
              <a:rPr lang="es-MX" dirty="0"/>
              <a:t>Ramirez jhonny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B6C292-9720-C5EE-77C9-63AC98FAE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780" y="1676590"/>
            <a:ext cx="4947945" cy="18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5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71410F-653A-3C55-91D1-7C47716B5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Componentes </a:t>
            </a:r>
            <a:r>
              <a:rPr lang="es-MX" dirty="0" err="1"/>
              <a:t>algoritmicos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5E01D1-5263-760B-20B5-74012F714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Raíces se entrelazan para estabilizar el suelo, esto crea una </a:t>
            </a:r>
            <a:r>
              <a:rPr lang="es-MX" b="1" dirty="0"/>
              <a:t>topología de malla (</a:t>
            </a:r>
            <a:r>
              <a:rPr lang="es-MX" b="1" dirty="0" err="1"/>
              <a:t>Mesh</a:t>
            </a:r>
            <a:r>
              <a:rPr lang="es-MX" b="1" dirty="0"/>
              <a:t>)</a:t>
            </a:r>
            <a:r>
              <a:rPr lang="es-MX" dirty="0"/>
              <a:t> donde la carga mecánica se distribuye entre todos los nodos, evitando que un solo individuo colapse.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8A6049-4E3B-130E-8C86-3068822FB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50" y="3036506"/>
            <a:ext cx="4881120" cy="259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93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6E885-E30B-2391-4F4C-58C8F54E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Componentes </a:t>
            </a:r>
            <a:r>
              <a:rPr lang="es-MX" dirty="0" err="1"/>
              <a:t>algoritmicos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4507D2-16AC-752D-A65C-5F6139BDC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Aplican un protocolo de comunicación por difusión en la cual un árbol que es atacado, comunica a sus vecinos donde perciben la señal química, cuya respuesta es activar una preventiva de la síntesis de taninos.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AF0821-9791-DD6B-43F0-1F947EDBF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806" y="3138831"/>
            <a:ext cx="553402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26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10C75-CC54-6B71-A707-DA21406B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94158B-6128-18B4-760A-68A20E985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Toleran el agua salado usando sus raíces para filtrar la sal y así poder adquirir el agua dulce.</a:t>
            </a:r>
          </a:p>
          <a:p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5464138-6A9E-6C69-AF0D-2FB3682F3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420" y="2761245"/>
            <a:ext cx="501015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34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FA922-7B2F-58F7-FF39-2916188D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aplicación comportamiento algorítmico en una actividad humana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6E229F-B272-EA0A-5152-2D8481183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En la actividad Humana primeramente no toleramos el agua salada pero la potabilizamos usando tecnología para nuestro uso diario.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A1A56F-0C3F-F285-6021-93243DB1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020" y="2942273"/>
            <a:ext cx="50958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F7F02-EF72-E092-1A00-C09F4C51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aplicación comportamiento algorítmico en una actividad humana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92EF50-B6FB-CDC2-64D0-D6D82CCA8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En la actividad Humana un protocolo de comunicación por difusión es en los autos autónomos cuando se presenta un evento de choque el auto afectado emite una comunicación en red a los demás autos que están cerca para que efectúen una acción acorde a su posición.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B8E8FC-1065-53D7-23BD-BD50C8DFA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493" y="3213183"/>
            <a:ext cx="4455445" cy="253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9320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{0558B19A-7C61-4006-94B1-0ABD561B57FE}TFc986dd65-aaf0-4d5c-bef9-9c391ee05f7b6a80d193-c6c005e2f19e</Template>
  <TotalTime>200</TotalTime>
  <Words>191</Words>
  <Application>Microsoft Office PowerPoint</Application>
  <PresentationFormat>Panorámica</PresentationFormat>
  <Paragraphs>14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Galería</vt:lpstr>
      <vt:lpstr>  Mangle Rojo  </vt:lpstr>
      <vt:lpstr>Componentes algoritmicos</vt:lpstr>
      <vt:lpstr>Componentes algoritmicos</vt:lpstr>
      <vt:lpstr>Presentación de PowerPoint</vt:lpstr>
      <vt:lpstr>aplicación comportamiento algorítmico en una actividad humana</vt:lpstr>
      <vt:lpstr>aplicación comportamiento algorítmico en una actividad humana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AGUIRRE PAREJA FABIAN</dc:creator>
  <cp:lastModifiedBy>AGUIRRE PAREJA FABIAN</cp:lastModifiedBy>
  <cp:revision>3</cp:revision>
  <dcterms:created xsi:type="dcterms:W3CDTF">2026-04-18T00:08:53Z</dcterms:created>
  <dcterms:modified xsi:type="dcterms:W3CDTF">2026-04-18T03:29:10Z</dcterms:modified>
</cp:coreProperties>
</file>
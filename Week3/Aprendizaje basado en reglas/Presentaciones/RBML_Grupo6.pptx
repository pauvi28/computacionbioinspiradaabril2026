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DD206-9D3E-7B09-BBD3-CF07B6ECE403}" v="345" dt="2026-05-02T14:08:58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TEGA CHAPACA IVAN" userId="S::ivortegach@uide.edu.ec::b78b4bbb-a151-49a1-98fd-f39aa7ed471a" providerId="AD" clId="Web-{87FDD206-9D3E-7B09-BBD3-CF07B6ECE403}"/>
    <pc:docChg chg="mod addSld modSld addMainMaster delMainMaster">
      <pc:chgData name="ORTEGA CHAPACA IVAN" userId="S::ivortegach@uide.edu.ec::b78b4bbb-a151-49a1-98fd-f39aa7ed471a" providerId="AD" clId="Web-{87FDD206-9D3E-7B09-BBD3-CF07B6ECE403}" dt="2026-05-02T14:08:58.544" v="351" actId="1076"/>
      <pc:docMkLst>
        <pc:docMk/>
      </pc:docMkLst>
      <pc:sldChg chg="modSp mod modClrScheme chgLayout">
        <pc:chgData name="ORTEGA CHAPACA IVAN" userId="S::ivortegach@uide.edu.ec::b78b4bbb-a151-49a1-98fd-f39aa7ed471a" providerId="AD" clId="Web-{87FDD206-9D3E-7B09-BBD3-CF07B6ECE403}" dt="2026-05-02T13:49:09.747" v="203"/>
        <pc:sldMkLst>
          <pc:docMk/>
          <pc:sldMk cId="109857222" sldId="256"/>
        </pc:sldMkLst>
        <pc:spChg chg="mod ord">
          <ac:chgData name="ORTEGA CHAPACA IVAN" userId="S::ivortegach@uide.edu.ec::b78b4bbb-a151-49a1-98fd-f39aa7ed471a" providerId="AD" clId="Web-{87FDD206-9D3E-7B09-BBD3-CF07B6ECE403}" dt="2026-05-02T13:49:09.747" v="20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ORTEGA CHAPACA IVAN" userId="S::ivortegach@uide.edu.ec::b78b4bbb-a151-49a1-98fd-f39aa7ed471a" providerId="AD" clId="Web-{87FDD206-9D3E-7B09-BBD3-CF07B6ECE403}" dt="2026-05-02T13:49:09.747" v="203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new mod modClrScheme chgLayout">
        <pc:chgData name="ORTEGA CHAPACA IVAN" userId="S::ivortegach@uide.edu.ec::b78b4bbb-a151-49a1-98fd-f39aa7ed471a" providerId="AD" clId="Web-{87FDD206-9D3E-7B09-BBD3-CF07B6ECE403}" dt="2026-05-02T14:02:34.613" v="304" actId="1076"/>
        <pc:sldMkLst>
          <pc:docMk/>
          <pc:sldMk cId="3403408160" sldId="257"/>
        </pc:sldMkLst>
        <pc:spChg chg="mod ord">
          <ac:chgData name="ORTEGA CHAPACA IVAN" userId="S::ivortegach@uide.edu.ec::b78b4bbb-a151-49a1-98fd-f39aa7ed471a" providerId="AD" clId="Web-{87FDD206-9D3E-7B09-BBD3-CF07B6ECE403}" dt="2026-05-02T13:58:59.328" v="278" actId="1076"/>
          <ac:spMkLst>
            <pc:docMk/>
            <pc:sldMk cId="3403408160" sldId="257"/>
            <ac:spMk id="2" creationId="{26120A18-5F19-C669-1DA5-533920B35119}"/>
          </ac:spMkLst>
        </pc:spChg>
        <pc:spChg chg="mod ord">
          <ac:chgData name="ORTEGA CHAPACA IVAN" userId="S::ivortegach@uide.edu.ec::b78b4bbb-a151-49a1-98fd-f39aa7ed471a" providerId="AD" clId="Web-{87FDD206-9D3E-7B09-BBD3-CF07B6ECE403}" dt="2026-05-02T14:02:25.254" v="299" actId="14100"/>
          <ac:spMkLst>
            <pc:docMk/>
            <pc:sldMk cId="3403408160" sldId="257"/>
            <ac:spMk id="3" creationId="{583EB6DB-F357-6FBD-DE39-CEB3C3F04420}"/>
          </ac:spMkLst>
        </pc:spChg>
        <pc:picChg chg="add mod">
          <ac:chgData name="ORTEGA CHAPACA IVAN" userId="S::ivortegach@uide.edu.ec::b78b4bbb-a151-49a1-98fd-f39aa7ed471a" providerId="AD" clId="Web-{87FDD206-9D3E-7B09-BBD3-CF07B6ECE403}" dt="2026-05-02T14:02:34.613" v="304" actId="1076"/>
          <ac:picMkLst>
            <pc:docMk/>
            <pc:sldMk cId="3403408160" sldId="257"/>
            <ac:picMk id="4" creationId="{E8502356-7EDF-D2E8-F377-F92309409028}"/>
          </ac:picMkLst>
        </pc:picChg>
      </pc:sldChg>
      <pc:sldChg chg="addSp modSp new mod modClrScheme chgLayout">
        <pc:chgData name="ORTEGA CHAPACA IVAN" userId="S::ivortegach@uide.edu.ec::b78b4bbb-a151-49a1-98fd-f39aa7ed471a" providerId="AD" clId="Web-{87FDD206-9D3E-7B09-BBD3-CF07B6ECE403}" dt="2026-05-02T14:03:08.551" v="313" actId="1076"/>
        <pc:sldMkLst>
          <pc:docMk/>
          <pc:sldMk cId="4039523968" sldId="258"/>
        </pc:sldMkLst>
        <pc:spChg chg="mod ord">
          <ac:chgData name="ORTEGA CHAPACA IVAN" userId="S::ivortegach@uide.edu.ec::b78b4bbb-a151-49a1-98fd-f39aa7ed471a" providerId="AD" clId="Web-{87FDD206-9D3E-7B09-BBD3-CF07B6ECE403}" dt="2026-05-02T13:49:09.747" v="203"/>
          <ac:spMkLst>
            <pc:docMk/>
            <pc:sldMk cId="4039523968" sldId="258"/>
            <ac:spMk id="2" creationId="{2E024F83-CC76-088E-BB09-DA70198F0A27}"/>
          </ac:spMkLst>
        </pc:spChg>
        <pc:spChg chg="mod ord">
          <ac:chgData name="ORTEGA CHAPACA IVAN" userId="S::ivortegach@uide.edu.ec::b78b4bbb-a151-49a1-98fd-f39aa7ed471a" providerId="AD" clId="Web-{87FDD206-9D3E-7B09-BBD3-CF07B6ECE403}" dt="2026-05-02T14:03:06.973" v="312" actId="1076"/>
          <ac:spMkLst>
            <pc:docMk/>
            <pc:sldMk cId="4039523968" sldId="258"/>
            <ac:spMk id="3" creationId="{FD82595B-E543-9969-4E92-0FDAE2E91A2B}"/>
          </ac:spMkLst>
        </pc:spChg>
        <pc:picChg chg="add mod">
          <ac:chgData name="ORTEGA CHAPACA IVAN" userId="S::ivortegach@uide.edu.ec::b78b4bbb-a151-49a1-98fd-f39aa7ed471a" providerId="AD" clId="Web-{87FDD206-9D3E-7B09-BBD3-CF07B6ECE403}" dt="2026-05-02T14:03:08.551" v="313" actId="1076"/>
          <ac:picMkLst>
            <pc:docMk/>
            <pc:sldMk cId="4039523968" sldId="258"/>
            <ac:picMk id="4" creationId="{1196FCF9-A682-4E28-CAFD-693BCDFE9EA3}"/>
          </ac:picMkLst>
        </pc:picChg>
      </pc:sldChg>
      <pc:sldChg chg="modSp new mod modClrScheme chgLayout">
        <pc:chgData name="ORTEGA CHAPACA IVAN" userId="S::ivortegach@uide.edu.ec::b78b4bbb-a151-49a1-98fd-f39aa7ed471a" providerId="AD" clId="Web-{87FDD206-9D3E-7B09-BBD3-CF07B6ECE403}" dt="2026-05-02T13:59:11.594" v="280" actId="14100"/>
        <pc:sldMkLst>
          <pc:docMk/>
          <pc:sldMk cId="2338817624" sldId="259"/>
        </pc:sldMkLst>
        <pc:spChg chg="mod ord">
          <ac:chgData name="ORTEGA CHAPACA IVAN" userId="S::ivortegach@uide.edu.ec::b78b4bbb-a151-49a1-98fd-f39aa7ed471a" providerId="AD" clId="Web-{87FDD206-9D3E-7B09-BBD3-CF07B6ECE403}" dt="2026-05-02T13:49:09.747" v="203"/>
          <ac:spMkLst>
            <pc:docMk/>
            <pc:sldMk cId="2338817624" sldId="259"/>
            <ac:spMk id="2" creationId="{407FC0A0-1104-B533-FA0D-E52408DF75AD}"/>
          </ac:spMkLst>
        </pc:spChg>
        <pc:spChg chg="mod ord">
          <ac:chgData name="ORTEGA CHAPACA IVAN" userId="S::ivortegach@uide.edu.ec::b78b4bbb-a151-49a1-98fd-f39aa7ed471a" providerId="AD" clId="Web-{87FDD206-9D3E-7B09-BBD3-CF07B6ECE403}" dt="2026-05-02T13:59:11.594" v="280" actId="14100"/>
          <ac:spMkLst>
            <pc:docMk/>
            <pc:sldMk cId="2338817624" sldId="259"/>
            <ac:spMk id="3" creationId="{2BD68599-C047-D818-B811-D9F0E14E6811}"/>
          </ac:spMkLst>
        </pc:spChg>
      </pc:sldChg>
      <pc:sldChg chg="addSp modSp new mod modClrScheme chgLayout modNotes">
        <pc:chgData name="ORTEGA CHAPACA IVAN" userId="S::ivortegach@uide.edu.ec::b78b4bbb-a151-49a1-98fd-f39aa7ed471a" providerId="AD" clId="Web-{87FDD206-9D3E-7B09-BBD3-CF07B6ECE403}" dt="2026-05-02T14:04:02.786" v="326" actId="1076"/>
        <pc:sldMkLst>
          <pc:docMk/>
          <pc:sldMk cId="2603907149" sldId="260"/>
        </pc:sldMkLst>
        <pc:spChg chg="mod ord">
          <ac:chgData name="ORTEGA CHAPACA IVAN" userId="S::ivortegach@uide.edu.ec::b78b4bbb-a151-49a1-98fd-f39aa7ed471a" providerId="AD" clId="Web-{87FDD206-9D3E-7B09-BBD3-CF07B6ECE403}" dt="2026-05-02T14:03:31.145" v="320" actId="14100"/>
          <ac:spMkLst>
            <pc:docMk/>
            <pc:sldMk cId="2603907149" sldId="260"/>
            <ac:spMk id="2" creationId="{1A5891CD-ED16-E182-9876-95443A574E40}"/>
          </ac:spMkLst>
        </pc:spChg>
        <pc:spChg chg="mod ord">
          <ac:chgData name="ORTEGA CHAPACA IVAN" userId="S::ivortegach@uide.edu.ec::b78b4bbb-a151-49a1-98fd-f39aa7ed471a" providerId="AD" clId="Web-{87FDD206-9D3E-7B09-BBD3-CF07B6ECE403}" dt="2026-05-02T13:50:20.592" v="218" actId="14100"/>
          <ac:spMkLst>
            <pc:docMk/>
            <pc:sldMk cId="2603907149" sldId="260"/>
            <ac:spMk id="3" creationId="{C38CD4E7-6D04-546D-7E12-56E8299C9F20}"/>
          </ac:spMkLst>
        </pc:spChg>
        <pc:picChg chg="add mod">
          <ac:chgData name="ORTEGA CHAPACA IVAN" userId="S::ivortegach@uide.edu.ec::b78b4bbb-a151-49a1-98fd-f39aa7ed471a" providerId="AD" clId="Web-{87FDD206-9D3E-7B09-BBD3-CF07B6ECE403}" dt="2026-05-02T14:04:02.786" v="326" actId="1076"/>
          <ac:picMkLst>
            <pc:docMk/>
            <pc:sldMk cId="2603907149" sldId="260"/>
            <ac:picMk id="4" creationId="{147C5B17-821F-A63A-D0B1-10F6B26F410D}"/>
          </ac:picMkLst>
        </pc:picChg>
      </pc:sldChg>
      <pc:sldChg chg="addSp delSp modSp new mod modClrScheme chgLayout">
        <pc:chgData name="ORTEGA CHAPACA IVAN" userId="S::ivortegach@uide.edu.ec::b78b4bbb-a151-49a1-98fd-f39aa7ed471a" providerId="AD" clId="Web-{87FDD206-9D3E-7B09-BBD3-CF07B6ECE403}" dt="2026-05-02T14:08:58.544" v="351" actId="1076"/>
        <pc:sldMkLst>
          <pc:docMk/>
          <pc:sldMk cId="1474937103" sldId="261"/>
        </pc:sldMkLst>
        <pc:spChg chg="mod ord">
          <ac:chgData name="ORTEGA CHAPACA IVAN" userId="S::ivortegach@uide.edu.ec::b78b4bbb-a151-49a1-98fd-f39aa7ed471a" providerId="AD" clId="Web-{87FDD206-9D3E-7B09-BBD3-CF07B6ECE403}" dt="2026-05-02T13:49:09.747" v="203"/>
          <ac:spMkLst>
            <pc:docMk/>
            <pc:sldMk cId="1474937103" sldId="261"/>
            <ac:spMk id="2" creationId="{98204CFE-F639-69C6-000B-49B224D97120}"/>
          </ac:spMkLst>
        </pc:spChg>
        <pc:spChg chg="mod ord">
          <ac:chgData name="ORTEGA CHAPACA IVAN" userId="S::ivortegach@uide.edu.ec::b78b4bbb-a151-49a1-98fd-f39aa7ed471a" providerId="AD" clId="Web-{87FDD206-9D3E-7B09-BBD3-CF07B6ECE403}" dt="2026-05-02T13:52:21.773" v="234" actId="20577"/>
          <ac:spMkLst>
            <pc:docMk/>
            <pc:sldMk cId="1474937103" sldId="261"/>
            <ac:spMk id="3" creationId="{8E202AB1-16C9-7F7C-0284-4AD5E4259101}"/>
          </ac:spMkLst>
        </pc:spChg>
        <pc:picChg chg="add del mod">
          <ac:chgData name="ORTEGA CHAPACA IVAN" userId="S::ivortegach@uide.edu.ec::b78b4bbb-a151-49a1-98fd-f39aa7ed471a" providerId="AD" clId="Web-{87FDD206-9D3E-7B09-BBD3-CF07B6ECE403}" dt="2026-05-02T13:58:33.874" v="269"/>
          <ac:picMkLst>
            <pc:docMk/>
            <pc:sldMk cId="1474937103" sldId="261"/>
            <ac:picMk id="4" creationId="{20298A3C-4C08-EAC2-CC4F-01D5C84964A9}"/>
          </ac:picMkLst>
        </pc:picChg>
        <pc:picChg chg="add mod">
          <ac:chgData name="ORTEGA CHAPACA IVAN" userId="S::ivortegach@uide.edu.ec::b78b4bbb-a151-49a1-98fd-f39aa7ed471a" providerId="AD" clId="Web-{87FDD206-9D3E-7B09-BBD3-CF07B6ECE403}" dt="2026-05-02T14:08:58.544" v="351" actId="1076"/>
          <ac:picMkLst>
            <pc:docMk/>
            <pc:sldMk cId="1474937103" sldId="261"/>
            <ac:picMk id="5" creationId="{7BA6D11F-F59F-6CAF-D12E-134A6BC3C5DF}"/>
          </ac:picMkLst>
        </pc:picChg>
      </pc:sldChg>
      <pc:sldChg chg="delSp modSp new">
        <pc:chgData name="ORTEGA CHAPACA IVAN" userId="S::ivortegach@uide.edu.ec::b78b4bbb-a151-49a1-98fd-f39aa7ed471a" providerId="AD" clId="Web-{87FDD206-9D3E-7B09-BBD3-CF07B6ECE403}" dt="2026-05-02T14:07:54.711" v="340" actId="20577"/>
        <pc:sldMkLst>
          <pc:docMk/>
          <pc:sldMk cId="3812922571" sldId="262"/>
        </pc:sldMkLst>
        <pc:spChg chg="del">
          <ac:chgData name="ORTEGA CHAPACA IVAN" userId="S::ivortegach@uide.edu.ec::b78b4bbb-a151-49a1-98fd-f39aa7ed471a" providerId="AD" clId="Web-{87FDD206-9D3E-7B09-BBD3-CF07B6ECE403}" dt="2026-05-02T13:52:31.290" v="238"/>
          <ac:spMkLst>
            <pc:docMk/>
            <pc:sldMk cId="3812922571" sldId="262"/>
            <ac:spMk id="2" creationId="{8FAEB0E1-130A-A32C-8733-BA2E7F5A0435}"/>
          </ac:spMkLst>
        </pc:spChg>
        <pc:spChg chg="mod">
          <ac:chgData name="ORTEGA CHAPACA IVAN" userId="S::ivortegach@uide.edu.ec::b78b4bbb-a151-49a1-98fd-f39aa7ed471a" providerId="AD" clId="Web-{87FDD206-9D3E-7B09-BBD3-CF07B6ECE403}" dt="2026-05-02T14:07:54.711" v="340" actId="20577"/>
          <ac:spMkLst>
            <pc:docMk/>
            <pc:sldMk cId="3812922571" sldId="262"/>
            <ac:spMk id="3" creationId="{2E4528BA-2DE3-F53A-6FEE-0F733A3B83B5}"/>
          </ac:spMkLst>
        </pc:spChg>
      </pc:sldChg>
      <pc:sldChg chg="addSp delSp modSp new">
        <pc:chgData name="ORTEGA CHAPACA IVAN" userId="S::ivortegach@uide.edu.ec::b78b4bbb-a151-49a1-98fd-f39aa7ed471a" providerId="AD" clId="Web-{87FDD206-9D3E-7B09-BBD3-CF07B6ECE403}" dt="2026-05-02T13:58:51.296" v="277" actId="1076"/>
        <pc:sldMkLst>
          <pc:docMk/>
          <pc:sldMk cId="4108305556" sldId="263"/>
        </pc:sldMkLst>
        <pc:spChg chg="del">
          <ac:chgData name="ORTEGA CHAPACA IVAN" userId="S::ivortegach@uide.edu.ec::b78b4bbb-a151-49a1-98fd-f39aa7ed471a" providerId="AD" clId="Web-{87FDD206-9D3E-7B09-BBD3-CF07B6ECE403}" dt="2026-05-02T13:56:50.464" v="255"/>
          <ac:spMkLst>
            <pc:docMk/>
            <pc:sldMk cId="4108305556" sldId="263"/>
            <ac:spMk id="3" creationId="{1F7EAA59-37D7-998F-23FF-977A631F8B61}"/>
          </ac:spMkLst>
        </pc:spChg>
        <pc:spChg chg="add del mod">
          <ac:chgData name="ORTEGA CHAPACA IVAN" userId="S::ivortegach@uide.edu.ec::b78b4bbb-a151-49a1-98fd-f39aa7ed471a" providerId="AD" clId="Web-{87FDD206-9D3E-7B09-BBD3-CF07B6ECE403}" dt="2026-05-02T13:58:38.030" v="270"/>
          <ac:spMkLst>
            <pc:docMk/>
            <pc:sldMk cId="4108305556" sldId="263"/>
            <ac:spMk id="8" creationId="{301E6109-E3EB-5FFD-C820-9CB261E8B682}"/>
          </ac:spMkLst>
        </pc:spChg>
        <pc:picChg chg="add del mod ord">
          <ac:chgData name="ORTEGA CHAPACA IVAN" userId="S::ivortegach@uide.edu.ec::b78b4bbb-a151-49a1-98fd-f39aa7ed471a" providerId="AD" clId="Web-{87FDD206-9D3E-7B09-BBD3-CF07B6ECE403}" dt="2026-05-02T13:58:49.030" v="276" actId="1076"/>
          <ac:picMkLst>
            <pc:docMk/>
            <pc:sldMk cId="4108305556" sldId="263"/>
            <ac:picMk id="4" creationId="{E1275491-92F2-CD46-BB5A-1855F5BAE9F4}"/>
          </ac:picMkLst>
        </pc:picChg>
        <pc:picChg chg="add del mod">
          <ac:chgData name="ORTEGA CHAPACA IVAN" userId="S::ivortegach@uide.edu.ec::b78b4bbb-a151-49a1-98fd-f39aa7ed471a" providerId="AD" clId="Web-{87FDD206-9D3E-7B09-BBD3-CF07B6ECE403}" dt="2026-05-02T13:58:41.515" v="273"/>
          <ac:picMkLst>
            <pc:docMk/>
            <pc:sldMk cId="4108305556" sldId="263"/>
            <ac:picMk id="5" creationId="{9E3C20C1-327C-D713-ABD2-13306481DC6E}"/>
          </ac:picMkLst>
        </pc:picChg>
        <pc:picChg chg="add mod">
          <ac:chgData name="ORTEGA CHAPACA IVAN" userId="S::ivortegach@uide.edu.ec::b78b4bbb-a151-49a1-98fd-f39aa7ed471a" providerId="AD" clId="Web-{87FDD206-9D3E-7B09-BBD3-CF07B6ECE403}" dt="2026-05-02T13:58:51.296" v="277" actId="1076"/>
          <ac:picMkLst>
            <pc:docMk/>
            <pc:sldMk cId="4108305556" sldId="263"/>
            <ac:picMk id="6" creationId="{7D7A8F83-D592-0BD4-8260-8E226657B866}"/>
          </ac:picMkLst>
        </pc:picChg>
      </pc:sldChg>
      <pc:sldChg chg="addSp delSp modSp new">
        <pc:chgData name="ORTEGA CHAPACA IVAN" userId="S::ivortegach@uide.edu.ec::b78b4bbb-a151-49a1-98fd-f39aa7ed471a" providerId="AD" clId="Web-{87FDD206-9D3E-7B09-BBD3-CF07B6ECE403}" dt="2026-05-02T14:08:24.557" v="347"/>
        <pc:sldMkLst>
          <pc:docMk/>
          <pc:sldMk cId="2673896291" sldId="264"/>
        </pc:sldMkLst>
        <pc:spChg chg="del">
          <ac:chgData name="ORTEGA CHAPACA IVAN" userId="S::ivortegach@uide.edu.ec::b78b4bbb-a151-49a1-98fd-f39aa7ed471a" providerId="AD" clId="Web-{87FDD206-9D3E-7B09-BBD3-CF07B6ECE403}" dt="2026-05-02T14:08:24.557" v="347"/>
          <ac:spMkLst>
            <pc:docMk/>
            <pc:sldMk cId="2673896291" sldId="264"/>
            <ac:spMk id="2" creationId="{4690F2C9-A12B-1A74-401D-65B3C472CD71}"/>
          </ac:spMkLst>
        </pc:spChg>
        <pc:spChg chg="del">
          <ac:chgData name="ORTEGA CHAPACA IVAN" userId="S::ivortegach@uide.edu.ec::b78b4bbb-a151-49a1-98fd-f39aa7ed471a" providerId="AD" clId="Web-{87FDD206-9D3E-7B09-BBD3-CF07B6ECE403}" dt="2026-05-02T14:08:11.352" v="342"/>
          <ac:spMkLst>
            <pc:docMk/>
            <pc:sldMk cId="2673896291" sldId="264"/>
            <ac:spMk id="3" creationId="{0EEA43B5-3DE5-EFF4-C2E2-7BED4CF56D02}"/>
          </ac:spMkLst>
        </pc:spChg>
        <pc:picChg chg="add mod ord">
          <ac:chgData name="ORTEGA CHAPACA IVAN" userId="S::ivortegach@uide.edu.ec::b78b4bbb-a151-49a1-98fd-f39aa7ed471a" providerId="AD" clId="Web-{87FDD206-9D3E-7B09-BBD3-CF07B6ECE403}" dt="2026-05-02T14:08:21.119" v="346" actId="1076"/>
          <ac:picMkLst>
            <pc:docMk/>
            <pc:sldMk cId="2673896291" sldId="264"/>
            <ac:picMk id="4" creationId="{3F806CE1-3DD7-527E-3584-4C5FC4CDC69D}"/>
          </ac:picMkLst>
        </pc:picChg>
      </pc:sldChg>
      <pc:sldMasterChg chg="del delSldLayout">
        <pc:chgData name="ORTEGA CHAPACA IVAN" userId="S::ivortegach@uide.edu.ec::b78b4bbb-a151-49a1-98fd-f39aa7ed471a" providerId="AD" clId="Web-{87FDD206-9D3E-7B09-BBD3-CF07B6ECE403}" dt="2026-05-02T13:48:48.966" v="200"/>
        <pc:sldMasterMkLst>
          <pc:docMk/>
          <pc:sldMasterMk cId="2460954070" sldId="2147483660"/>
        </pc:sldMasterMkLst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ORTEGA CHAPACA IVAN" userId="S::ivortegach@uide.edu.ec::b78b4bbb-a151-49a1-98fd-f39aa7ed471a" providerId="AD" clId="Web-{87FDD206-9D3E-7B09-BBD3-CF07B6ECE403}" dt="2026-05-02T13:48:48.966" v="20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ORTEGA CHAPACA IVAN" userId="S::ivortegach@uide.edu.ec::b78b4bbb-a151-49a1-98fd-f39aa7ed471a" providerId="AD" clId="Web-{87FDD206-9D3E-7B09-BBD3-CF07B6ECE403}" dt="2026-05-02T13:48:50.325" v="201"/>
        <pc:sldMasterMkLst>
          <pc:docMk/>
          <pc:sldMasterMk cId="3693782366" sldId="2147483672"/>
        </pc:sldMasterMkLst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194142331" sldId="2147483673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3687592353" sldId="2147483674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1406672962" sldId="2147483675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3566071862" sldId="2147483676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3553443170" sldId="2147483677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664088578" sldId="2147483678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3426126618" sldId="2147483679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2039554389" sldId="2147483680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3705530770" sldId="2147483681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1693706893" sldId="2147483682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0.325" v="201"/>
          <pc:sldLayoutMkLst>
            <pc:docMk/>
            <pc:sldMasterMk cId="3693782366" sldId="2147483672"/>
            <pc:sldLayoutMk cId="2588409180" sldId="2147483683"/>
          </pc:sldLayoutMkLst>
        </pc:sldLayoutChg>
      </pc:sldMasterChg>
      <pc:sldMasterChg chg="add del addSldLayout delSldLayout modSldLayout">
        <pc:chgData name="ORTEGA CHAPACA IVAN" userId="S::ivortegach@uide.edu.ec::b78b4bbb-a151-49a1-98fd-f39aa7ed471a" providerId="AD" clId="Web-{87FDD206-9D3E-7B09-BBD3-CF07B6ECE403}" dt="2026-05-02T13:48:55.966" v="202"/>
        <pc:sldMasterMkLst>
          <pc:docMk/>
          <pc:sldMasterMk cId="776382445" sldId="2147483684"/>
        </pc:sldMasterMkLst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3395257690" sldId="2147483685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3840172044" sldId="2147483686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4237874838" sldId="2147483687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2538540916" sldId="2147483688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3886629457" sldId="2147483689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3374881494" sldId="2147483690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465623111" sldId="2147483691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1502150393" sldId="2147483692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3765792392" sldId="2147483693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4251884523" sldId="2147483694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8:55.966" v="202"/>
          <pc:sldLayoutMkLst>
            <pc:docMk/>
            <pc:sldMasterMk cId="776382445" sldId="2147483684"/>
            <pc:sldLayoutMk cId="2009882340" sldId="2147483695"/>
          </pc:sldLayoutMkLst>
        </pc:sldLayoutChg>
      </pc:sldMasterChg>
      <pc:sldMasterChg chg="add del addSldLayout delSldLayout modSldLayout">
        <pc:chgData name="ORTEGA CHAPACA IVAN" userId="S::ivortegach@uide.edu.ec::b78b4bbb-a151-49a1-98fd-f39aa7ed471a" providerId="AD" clId="Web-{87FDD206-9D3E-7B09-BBD3-CF07B6ECE403}" dt="2026-05-02T13:49:09.747" v="203"/>
        <pc:sldMasterMkLst>
          <pc:docMk/>
          <pc:sldMasterMk cId="4063928814" sldId="2147483696"/>
        </pc:sldMasterMkLst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305067481" sldId="2147483697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3841762504" sldId="2147483698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4205927105" sldId="2147483699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934130113" sldId="2147483700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3231061225" sldId="2147483701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3017202613" sldId="2147483702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432295667" sldId="2147483703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1053542716" sldId="2147483704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2448337529" sldId="2147483705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1775065145" sldId="2147483706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3837157863" sldId="2147483707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1369248264" sldId="2147483708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2289128399" sldId="2147483709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1564303825" sldId="2147483710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132376166" sldId="2147483711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266545330" sldId="2147483712"/>
          </pc:sldLayoutMkLst>
        </pc:sldLayoutChg>
        <pc:sldLayoutChg chg="add del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4063928814" sldId="2147483696"/>
            <pc:sldLayoutMk cId="2792214327" sldId="2147483713"/>
          </pc:sldLayoutMkLst>
        </pc:sldLayoutChg>
      </pc:sldMasterChg>
      <pc:sldMasterChg chg="add addSldLayout modSldLayout">
        <pc:chgData name="ORTEGA CHAPACA IVAN" userId="S::ivortegach@uide.edu.ec::b78b4bbb-a151-49a1-98fd-f39aa7ed471a" providerId="AD" clId="Web-{87FDD206-9D3E-7B09-BBD3-CF07B6ECE403}" dt="2026-05-02T13:49:09.747" v="203"/>
        <pc:sldMasterMkLst>
          <pc:docMk/>
          <pc:sldMasterMk cId="1852575415" sldId="2147483714"/>
        </pc:sldMasterMkLst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427506641" sldId="2147483715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123548491" sldId="2147483716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3147190542" sldId="2147483717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46690748" sldId="2147483718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475034844" sldId="2147483719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886257038" sldId="2147483720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791413572" sldId="2147483721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431820153" sldId="2147483722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1522092633" sldId="2147483723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097595270" sldId="2147483724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3675196569" sldId="2147483725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4041550776" sldId="2147483726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575912605" sldId="2147483727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370877547" sldId="2147483728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1046428700" sldId="2147483729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3083277510" sldId="2147483730"/>
          </pc:sldLayoutMkLst>
        </pc:sldLayoutChg>
        <pc:sldLayoutChg chg="add mod replId">
          <pc:chgData name="ORTEGA CHAPACA IVAN" userId="S::ivortegach@uide.edu.ec::b78b4bbb-a151-49a1-98fd-f39aa7ed471a" providerId="AD" clId="Web-{87FDD206-9D3E-7B09-BBD3-CF07B6ECE403}" dt="2026-05-02T13:49:09.747" v="203"/>
          <pc:sldLayoutMkLst>
            <pc:docMk/>
            <pc:sldMasterMk cId="1852575415" sldId="2147483714"/>
            <pc:sldLayoutMk cId="2027760642" sldId="214748373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F64A9-DB4A-49AF-8858-86D77F9F63F0}" type="datetimeFigureOut">
              <a:t>02/05/2026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F48BB-40C1-4ABC-BFB8-2574F873C89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Reglas </a:t>
            </a:r>
            <a:r>
              <a:rPr lang="en-US" dirty="0" err="1"/>
              <a:t>claras</a:t>
            </a:r>
            <a:r>
              <a:rPr lang="en-US" dirty="0"/>
              <a:t> y </a:t>
            </a:r>
            <a:r>
              <a:rPr lang="en-US" dirty="0" err="1"/>
              <a:t>comprensibles</a:t>
            </a:r>
          </a:p>
          <a:p>
            <a:r>
              <a:rPr lang="en-US" dirty="0"/>
              <a:t>Las </a:t>
            </a:r>
            <a:r>
              <a:rPr lang="en-US" dirty="0" err="1"/>
              <a:t>reglas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ser simples y </a:t>
            </a:r>
            <a:r>
              <a:rPr lang="en-US" dirty="0" err="1"/>
              <a:t>fáciles</a:t>
            </a:r>
            <a:r>
              <a:rPr lang="en-US" dirty="0"/>
              <a:t> de </a:t>
            </a:r>
            <a:r>
              <a:rPr lang="en-US" dirty="0" err="1"/>
              <a:t>interpretar</a:t>
            </a:r>
            <a:r>
              <a:rPr lang="en-US" dirty="0"/>
              <a:t>:</a:t>
            </a:r>
          </a:p>
          <a:p>
            <a:r>
              <a:rPr lang="en-US" dirty="0"/>
              <a:t>👉 SI </a:t>
            </a:r>
            <a:r>
              <a:rPr lang="en-US" dirty="0" err="1"/>
              <a:t>condición</a:t>
            </a:r>
            <a:r>
              <a:rPr lang="en-US" dirty="0"/>
              <a:t> → ENTONCES </a:t>
            </a:r>
            <a:r>
              <a:rPr lang="en-US" dirty="0" err="1"/>
              <a:t>resultado</a:t>
            </a:r>
          </a:p>
          <a:p>
            <a:r>
              <a:rPr lang="en-US" dirty="0"/>
              <a:t>Evita </a:t>
            </a:r>
            <a:r>
              <a:rPr lang="en-US" dirty="0" err="1"/>
              <a:t>reglas</a:t>
            </a:r>
            <a:r>
              <a:rPr lang="en-US" dirty="0"/>
              <a:t> </a:t>
            </a:r>
            <a:r>
              <a:rPr lang="en-US" dirty="0" err="1"/>
              <a:t>demasiado</a:t>
            </a:r>
            <a:r>
              <a:rPr lang="en-US" dirty="0"/>
              <a:t> </a:t>
            </a:r>
            <a:r>
              <a:rPr lang="en-US" dirty="0" err="1"/>
              <a:t>complejas</a:t>
            </a:r>
            <a:r>
              <a:rPr lang="en-US" dirty="0"/>
              <a:t>.</a:t>
            </a:r>
          </a:p>
          <a:p>
            <a:r>
              <a:rPr lang="en-US" dirty="0"/>
              <a:t>🔑 2.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redundancia</a:t>
            </a:r>
          </a:p>
          <a:p>
            <a:r>
              <a:rPr lang="en-US" dirty="0"/>
              <a:t>No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reglas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hagan</a:t>
            </a:r>
            <a:r>
              <a:rPr lang="en-US" dirty="0"/>
              <a:t> lo </a:t>
            </a:r>
            <a:r>
              <a:rPr lang="en-US" dirty="0" err="1"/>
              <a:t>mismo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:</a:t>
            </a:r>
          </a:p>
          <a:p>
            <a:r>
              <a:rPr lang="en-US" dirty="0" err="1"/>
              <a:t>Confunden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sistema</a:t>
            </a:r>
          </a:p>
          <a:p>
            <a:r>
              <a:rPr lang="en-US" dirty="0" err="1"/>
              <a:t>Aumentan</a:t>
            </a:r>
            <a:r>
              <a:rPr lang="en-US" dirty="0"/>
              <a:t> </a:t>
            </a:r>
            <a:r>
              <a:rPr lang="en-US" dirty="0" err="1"/>
              <a:t>errores</a:t>
            </a:r>
          </a:p>
          <a:p>
            <a:r>
              <a:rPr lang="en-US" dirty="0"/>
              <a:t>🔑 3. Buena </a:t>
            </a:r>
            <a:r>
              <a:rPr lang="en-US" dirty="0" err="1"/>
              <a:t>cobertura</a:t>
            </a:r>
          </a:p>
          <a:p>
            <a:r>
              <a:rPr lang="en-US" dirty="0"/>
              <a:t>Las </a:t>
            </a:r>
            <a:r>
              <a:rPr lang="en-US" dirty="0" err="1"/>
              <a:t>reglas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cubrir</a:t>
            </a:r>
            <a:r>
              <a:rPr lang="en-US" dirty="0"/>
              <a:t> la </a:t>
            </a:r>
            <a:r>
              <a:rPr lang="en-US" dirty="0" err="1"/>
              <a:t>mayoría</a:t>
            </a:r>
            <a:r>
              <a:rPr lang="en-US" dirty="0"/>
              <a:t> de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.</a:t>
            </a:r>
          </a:p>
          <a:p>
            <a:r>
              <a:rPr lang="en-US" dirty="0"/>
              <a:t>👉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regla</a:t>
            </a:r>
            <a:r>
              <a:rPr lang="en-US" dirty="0"/>
              <a:t> o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defecto</a:t>
            </a:r>
            <a:r>
              <a:rPr lang="en-US" dirty="0"/>
              <a:t>.</a:t>
            </a:r>
          </a:p>
          <a:p>
            <a:r>
              <a:rPr lang="en-US" dirty="0"/>
              <a:t>🔑 4. </a:t>
            </a:r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conflictos</a:t>
            </a:r>
          </a:p>
          <a:p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reglas</a:t>
            </a:r>
            <a:r>
              <a:rPr lang="en-US" dirty="0"/>
              <a:t> se </a:t>
            </a:r>
            <a:r>
              <a:rPr lang="en-US" dirty="0" err="1"/>
              <a:t>cumplen</a:t>
            </a:r>
            <a:r>
              <a:rPr lang="en-US" dirty="0"/>
              <a:t>:</a:t>
            </a:r>
          </a:p>
          <a:p>
            <a:r>
              <a:rPr lang="en-US" dirty="0" err="1"/>
              <a:t>Prioridad</a:t>
            </a:r>
            <a:r>
              <a:rPr lang="en-US" dirty="0"/>
              <a:t> de </a:t>
            </a:r>
            <a:r>
              <a:rPr lang="en-US" dirty="0" err="1"/>
              <a:t>reglas</a:t>
            </a:r>
          </a:p>
          <a:p>
            <a:r>
              <a:rPr lang="en-US" dirty="0"/>
              <a:t>Primera </a:t>
            </a:r>
            <a:r>
              <a:rPr lang="en-US" dirty="0" err="1"/>
              <a:t>coincidencia</a:t>
            </a:r>
          </a:p>
          <a:p>
            <a:r>
              <a:rPr lang="en-US" dirty="0"/>
              <a:t>Regla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específica</a:t>
            </a:r>
          </a:p>
          <a:p>
            <a:r>
              <a:rPr lang="en-US" dirty="0"/>
              <a:t>🔑 5. </a:t>
            </a:r>
            <a:r>
              <a:rPr lang="en-US" dirty="0" err="1"/>
              <a:t>Generalización</a:t>
            </a:r>
            <a:r>
              <a:rPr lang="en-US" dirty="0"/>
              <a:t> (no </a:t>
            </a:r>
            <a:r>
              <a:rPr lang="en-US" dirty="0" err="1"/>
              <a:t>sobreajuste</a:t>
            </a:r>
            <a:r>
              <a:rPr lang="en-US" dirty="0"/>
              <a:t>)</a:t>
            </a:r>
          </a:p>
          <a:p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reglas</a:t>
            </a:r>
            <a:r>
              <a:rPr lang="en-US" dirty="0"/>
              <a:t> </a:t>
            </a:r>
            <a:r>
              <a:rPr lang="en-US" dirty="0" err="1"/>
              <a:t>demasiado</a:t>
            </a:r>
            <a:r>
              <a:rPr lang="en-US" dirty="0"/>
              <a:t> </a:t>
            </a:r>
            <a:r>
              <a:rPr lang="en-US" dirty="0" err="1"/>
              <a:t>específicas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solo </a:t>
            </a:r>
            <a:r>
              <a:rPr lang="en-US" dirty="0" err="1"/>
              <a:t>funcionen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pocos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.</a:t>
            </a:r>
          </a:p>
          <a:p>
            <a:r>
              <a:rPr lang="en-US" dirty="0"/>
              <a:t>👉 </a:t>
            </a:r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equilibrio</a:t>
            </a:r>
            <a:r>
              <a:rPr lang="en-US" dirty="0"/>
              <a:t> entre </a:t>
            </a:r>
            <a:r>
              <a:rPr lang="en-US" dirty="0" err="1"/>
              <a:t>precisión</a:t>
            </a:r>
            <a:r>
              <a:rPr lang="en-US" dirty="0"/>
              <a:t> y </a:t>
            </a:r>
            <a:r>
              <a:rPr lang="en-US" dirty="0" err="1"/>
              <a:t>flexibilidad</a:t>
            </a:r>
            <a:r>
              <a:rPr lang="en-US" dirty="0"/>
              <a:t>.</a:t>
            </a:r>
          </a:p>
          <a:p>
            <a:r>
              <a:rPr lang="en-US" dirty="0"/>
              <a:t>🔑 6.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constante</a:t>
            </a:r>
          </a:p>
          <a:p>
            <a:r>
              <a:rPr lang="en-US" dirty="0" err="1"/>
              <a:t>Medir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rendimiento</a:t>
            </a:r>
            <a:r>
              <a:rPr lang="en-US" dirty="0"/>
              <a:t> con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r>
              <a:rPr lang="en-US" dirty="0" err="1"/>
              <a:t>Precisión</a:t>
            </a:r>
            <a:r>
              <a:rPr lang="en-US" dirty="0"/>
              <a:t> (accuracy)</a:t>
            </a:r>
          </a:p>
          <a:p>
            <a:r>
              <a:rPr lang="en-US"/>
              <a:t>Error</a:t>
            </a:r>
          </a:p>
          <a:p>
            <a:r>
              <a:rPr lang="en-US" dirty="0"/>
              <a:t>👉 Sin </a:t>
            </a:r>
            <a:r>
              <a:rPr lang="en-US" dirty="0" err="1"/>
              <a:t>evaluación</a:t>
            </a:r>
            <a:r>
              <a:rPr lang="en-US" dirty="0"/>
              <a:t> no hay </a:t>
            </a:r>
            <a:r>
              <a:rPr lang="en-US" dirty="0" err="1"/>
              <a:t>mejora</a:t>
            </a:r>
            <a:r>
              <a:rPr lang="en-US" dirty="0"/>
              <a:t>.</a:t>
            </a:r>
          </a:p>
          <a:p>
            <a:r>
              <a:rPr lang="en-US" dirty="0"/>
              <a:t>🔑 7. </a:t>
            </a:r>
            <a:r>
              <a:rPr lang="en-US" dirty="0" err="1"/>
              <a:t>Aprendizaje</a:t>
            </a:r>
            <a:r>
              <a:rPr lang="en-US" dirty="0"/>
              <a:t> y </a:t>
            </a:r>
            <a:r>
              <a:rPr lang="en-US" dirty="0" err="1"/>
              <a:t>adaptación</a:t>
            </a:r>
          </a:p>
          <a:p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:</a:t>
            </a:r>
          </a:p>
          <a:p>
            <a:r>
              <a:rPr lang="en-US" dirty="0" err="1"/>
              <a:t>Aprenda</a:t>
            </a:r>
            <a:r>
              <a:rPr lang="en-US" dirty="0"/>
              <a:t> </a:t>
            </a:r>
            <a:r>
              <a:rPr lang="en-US" dirty="0" err="1"/>
              <a:t>nuevas</a:t>
            </a:r>
            <a:r>
              <a:rPr lang="en-US" dirty="0"/>
              <a:t> </a:t>
            </a:r>
            <a:r>
              <a:rPr lang="en-US" dirty="0" err="1"/>
              <a:t>reglas</a:t>
            </a:r>
          </a:p>
          <a:p>
            <a:r>
              <a:rPr lang="en-US" dirty="0" err="1"/>
              <a:t>Mejore</a:t>
            </a:r>
            <a:r>
              <a:rPr lang="en-US" dirty="0"/>
              <a:t> las </a:t>
            </a:r>
            <a:r>
              <a:rPr lang="en-US" dirty="0" err="1"/>
              <a:t>existentes</a:t>
            </a:r>
          </a:p>
          <a:p>
            <a:r>
              <a:rPr lang="en-US" dirty="0"/>
              <a:t>(Por </a:t>
            </a:r>
            <a:r>
              <a:rPr lang="en-US" dirty="0" err="1"/>
              <a:t>ejemplo</a:t>
            </a:r>
            <a:r>
              <a:rPr lang="en-US" dirty="0"/>
              <a:t>, con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evolutivos</a:t>
            </a:r>
            <a:r>
              <a:rPr lang="en-US" dirty="0"/>
              <a:t>)</a:t>
            </a:r>
          </a:p>
          <a:p>
            <a:r>
              <a:rPr lang="en-US" dirty="0"/>
              <a:t>🔑 8. Datos de </a:t>
            </a:r>
            <a:r>
              <a:rPr lang="en-US" dirty="0" err="1"/>
              <a:t>calidad</a:t>
            </a:r>
          </a:p>
          <a:p>
            <a:r>
              <a:rPr lang="en-US" dirty="0"/>
              <a:t>El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de buenos </a:t>
            </a:r>
            <a:r>
              <a:rPr lang="en-US" dirty="0" err="1"/>
              <a:t>datos</a:t>
            </a:r>
            <a:r>
              <a:rPr lang="en-US" dirty="0"/>
              <a:t>:</a:t>
            </a:r>
          </a:p>
          <a:p>
            <a:r>
              <a:rPr lang="en-US" dirty="0" err="1"/>
              <a:t>Correctos</a:t>
            </a:r>
          </a:p>
          <a:p>
            <a:r>
              <a:rPr lang="en-US" dirty="0" err="1"/>
              <a:t>Representativos</a:t>
            </a:r>
          </a:p>
          <a:p>
            <a:r>
              <a:rPr lang="en-US" dirty="0"/>
              <a:t>Bien </a:t>
            </a:r>
            <a:r>
              <a:rPr lang="en-US" dirty="0" err="1"/>
              <a:t>etiquetados</a:t>
            </a:r>
          </a:p>
          <a:p>
            <a:r>
              <a:rPr lang="en-US" dirty="0"/>
              <a:t>🔑 9. </a:t>
            </a:r>
            <a:r>
              <a:rPr lang="en-US" dirty="0" err="1"/>
              <a:t>Simplicidad</a:t>
            </a:r>
            <a:r>
              <a:rPr lang="en-US" dirty="0"/>
              <a:t> del </a:t>
            </a:r>
            <a:r>
              <a:rPr lang="en-US" dirty="0" err="1"/>
              <a:t>modelo</a:t>
            </a:r>
          </a:p>
          <a:p>
            <a:r>
              <a:rPr lang="en-US" dirty="0"/>
              <a:t>No usar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reglas</a:t>
            </a:r>
            <a:r>
              <a:rPr lang="en-US" dirty="0"/>
              <a:t> de las </a:t>
            </a:r>
            <a:r>
              <a:rPr lang="en-US" dirty="0" err="1"/>
              <a:t>necesarias</a:t>
            </a:r>
            <a:r>
              <a:rPr lang="en-US" dirty="0"/>
              <a:t>.</a:t>
            </a:r>
          </a:p>
          <a:p>
            <a:r>
              <a:rPr lang="en-US" dirty="0"/>
              <a:t>👉 </a:t>
            </a:r>
            <a:r>
              <a:rPr lang="en-US" dirty="0" err="1"/>
              <a:t>Mientras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simple,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mantenimiento</a:t>
            </a:r>
            <a:r>
              <a:rPr lang="en-US" dirty="0"/>
              <a:t> y </a:t>
            </a:r>
            <a:r>
              <a:rPr lang="en-US" dirty="0" err="1"/>
              <a:t>comprensión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48BB-40C1-4ABC-BFB8-2574F873C898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50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4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9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3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25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413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82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09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59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196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550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12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7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428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77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6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5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Computacion</a:t>
            </a:r>
            <a:r>
              <a:rPr lang="en-US" dirty="0"/>
              <a:t> </a:t>
            </a:r>
            <a:r>
              <a:rPr lang="en-US" dirty="0" err="1"/>
              <a:t>Bioinspirada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Ivan Ortega</a:t>
            </a:r>
          </a:p>
          <a:p>
            <a:r>
              <a:rPr lang="en-US"/>
              <a:t>Fabian Aguirre</a:t>
            </a:r>
            <a:br>
              <a:rPr lang="en-US" dirty="0"/>
            </a:br>
            <a:r>
              <a:rPr lang="en-US"/>
              <a:t>Jhonny Ramirez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0A18-5F19-C669-1DA5-533920B3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16523"/>
            <a:ext cx="9905998" cy="1905000"/>
          </a:xfrm>
        </p:spPr>
        <p:txBody>
          <a:bodyPr/>
          <a:lstStyle/>
          <a:p>
            <a:r>
              <a:rPr lang="en-US" dirty="0" err="1"/>
              <a:t>Aprendizaje</a:t>
            </a:r>
            <a:r>
              <a:rPr lang="en-US" dirty="0"/>
              <a:t> </a:t>
            </a:r>
            <a:r>
              <a:rPr lang="en-US" dirty="0" err="1"/>
              <a:t>basado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Reglas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DEAP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B6DB-F357-6FBD-DE39-CEB3C3F04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27703" cy="46834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Que</a:t>
            </a:r>
            <a:r>
              <a:rPr lang="en-US" b="1" dirty="0">
                <a:ea typeface="+mn-lt"/>
                <a:cs typeface="+mn-lt"/>
              </a:rPr>
              <a:t> es </a:t>
            </a:r>
            <a:r>
              <a:rPr lang="en-US" b="1" dirty="0" err="1">
                <a:ea typeface="+mn-lt"/>
                <a:cs typeface="+mn-lt"/>
              </a:rPr>
              <a:t>el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aprendizaje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basado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reglas</a:t>
            </a:r>
            <a:r>
              <a:rPr lang="en-US" b="1" dirty="0">
                <a:ea typeface="+mn-lt"/>
                <a:cs typeface="+mn-lt"/>
              </a:rPr>
              <a:t> (RBML)?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Es un </a:t>
            </a:r>
            <a:r>
              <a:rPr lang="en-US" dirty="0" err="1">
                <a:ea typeface="+mn-lt"/>
                <a:cs typeface="+mn-lt"/>
              </a:rPr>
              <a:t>enfoque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inteligencia</a:t>
            </a:r>
            <a:r>
              <a:rPr lang="en-US" dirty="0">
                <a:ea typeface="+mn-lt"/>
                <a:cs typeface="+mn-lt"/>
              </a:rPr>
              <a:t> artificial </a:t>
            </a:r>
            <a:r>
              <a:rPr lang="en-US" dirty="0" err="1">
                <a:ea typeface="+mn-lt"/>
                <a:cs typeface="+mn-lt"/>
              </a:rPr>
              <a:t>donde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aprende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tomar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decisiones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mediante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reglas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tipo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SI </a:t>
            </a:r>
            <a:r>
              <a:rPr lang="en-US" dirty="0" err="1">
                <a:ea typeface="+mn-lt"/>
                <a:cs typeface="+mn-lt"/>
              </a:rPr>
              <a:t>condición</a:t>
            </a:r>
            <a:r>
              <a:rPr lang="en-US" dirty="0">
                <a:ea typeface="+mn-lt"/>
                <a:cs typeface="+mn-lt"/>
              </a:rPr>
              <a:t> → ENTONCES </a:t>
            </a:r>
            <a:r>
              <a:rPr lang="en-US" dirty="0" err="1">
                <a:ea typeface="+mn-lt"/>
                <a:cs typeface="+mn-lt"/>
              </a:rPr>
              <a:t>resultado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Ejemplo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  SI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texto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contiene</a:t>
            </a:r>
            <a:r>
              <a:rPr lang="en-US" dirty="0">
                <a:ea typeface="+mn-lt"/>
                <a:cs typeface="+mn-lt"/>
              </a:rPr>
              <a:t> “</a:t>
            </a:r>
            <a:r>
              <a:rPr lang="en-US" dirty="0" err="1">
                <a:ea typeface="+mn-lt"/>
                <a:cs typeface="+mn-lt"/>
              </a:rPr>
              <a:t>magia</a:t>
            </a:r>
            <a:r>
              <a:rPr lang="en-US" dirty="0">
                <a:ea typeface="+mn-lt"/>
                <a:cs typeface="+mn-lt"/>
              </a:rPr>
              <a:t>” y “</a:t>
            </a:r>
            <a:r>
              <a:rPr lang="en-US" dirty="0" err="1">
                <a:ea typeface="+mn-lt"/>
                <a:cs typeface="+mn-lt"/>
              </a:rPr>
              <a:t>dragón</a:t>
            </a:r>
            <a:r>
              <a:rPr lang="en-US" dirty="0">
                <a:ea typeface="+mn-lt"/>
                <a:cs typeface="+mn-lt"/>
              </a:rPr>
              <a:t>” → ENTONCES es “</a:t>
            </a:r>
            <a:r>
              <a:rPr lang="en-US" dirty="0" err="1">
                <a:ea typeface="+mn-lt"/>
                <a:cs typeface="+mn-lt"/>
              </a:rPr>
              <a:t>fantasía</a:t>
            </a:r>
            <a:r>
              <a:rPr lang="en-US" dirty="0">
                <a:ea typeface="+mn-lt"/>
                <a:cs typeface="+mn-lt"/>
              </a:rPr>
              <a:t>”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En </a:t>
            </a:r>
            <a:r>
              <a:rPr lang="en-US" dirty="0" err="1">
                <a:ea typeface="+mn-lt"/>
                <a:cs typeface="+mn-lt"/>
              </a:rPr>
              <a:t>lugar</a:t>
            </a:r>
            <a:r>
              <a:rPr lang="en-US" dirty="0">
                <a:ea typeface="+mn-lt"/>
                <a:cs typeface="+mn-lt"/>
              </a:rPr>
              <a:t> de usar redes </a:t>
            </a:r>
            <a:r>
              <a:rPr lang="en-US" dirty="0" err="1">
                <a:ea typeface="+mn-lt"/>
                <a:cs typeface="+mn-lt"/>
              </a:rPr>
              <a:t>neuronales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aquí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conocimiento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representa</a:t>
            </a:r>
            <a:r>
              <a:rPr lang="en-US" dirty="0">
                <a:ea typeface="+mn-lt"/>
                <a:cs typeface="+mn-lt"/>
              </a:rPr>
              <a:t> de forma </a:t>
            </a:r>
            <a:r>
              <a:rPr lang="en-US" dirty="0" err="1">
                <a:ea typeface="+mn-lt"/>
                <a:cs typeface="+mn-lt"/>
              </a:rPr>
              <a:t>explícita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entendible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3" descr="Aprendizaje Basado en Reglas - Inteligencia Artificial 360">
            <a:extLst>
              <a:ext uri="{FF2B5EF4-FFF2-40B4-BE49-F238E27FC236}">
                <a16:creationId xmlns:a16="http://schemas.microsoft.com/office/drawing/2014/main" id="{E8502356-7EDF-D2E8-F377-F9230940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189" y="2769786"/>
            <a:ext cx="3417276" cy="238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0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4F83-CC76-088E-BB09-DA70198F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err="1">
                <a:latin typeface="Aptos"/>
              </a:rPr>
              <a:t>Explicar</a:t>
            </a:r>
            <a:r>
              <a:rPr lang="en-US" sz="2800" b="1" dirty="0">
                <a:latin typeface="Aptos"/>
              </a:rPr>
              <a:t> </a:t>
            </a:r>
            <a:r>
              <a:rPr lang="en-US" sz="2800" b="1" dirty="0" err="1">
                <a:latin typeface="Aptos"/>
              </a:rPr>
              <a:t>el</a:t>
            </a:r>
            <a:r>
              <a:rPr lang="en-US" sz="2800" b="1" dirty="0">
                <a:latin typeface="Aptos"/>
              </a:rPr>
              <a:t> </a:t>
            </a:r>
            <a:r>
              <a:rPr lang="en-US" sz="2800" b="1" dirty="0" err="1">
                <a:latin typeface="Aptos"/>
              </a:rPr>
              <a:t>fundamento</a:t>
            </a:r>
            <a:r>
              <a:rPr lang="en-US" sz="2800" b="1" dirty="0">
                <a:latin typeface="Aptos"/>
              </a:rPr>
              <a:t> para </a:t>
            </a:r>
            <a:r>
              <a:rPr lang="en-US" sz="2800" b="1" dirty="0" err="1">
                <a:latin typeface="Aptos"/>
              </a:rPr>
              <a:t>el</a:t>
            </a:r>
            <a:r>
              <a:rPr lang="en-US" sz="2800" b="1" dirty="0">
                <a:latin typeface="Aptos"/>
              </a:rPr>
              <a:t> </a:t>
            </a:r>
            <a:r>
              <a:rPr lang="en-US" sz="2800" b="1" dirty="0" err="1">
                <a:latin typeface="Aptos"/>
              </a:rPr>
              <a:t>uso</a:t>
            </a:r>
            <a:r>
              <a:rPr lang="en-US" sz="2800" b="1" dirty="0">
                <a:latin typeface="Aptos"/>
              </a:rPr>
              <a:t> de la </a:t>
            </a:r>
            <a:r>
              <a:rPr lang="en-US" sz="2800" b="1" dirty="0" err="1">
                <a:latin typeface="Aptos"/>
              </a:rPr>
              <a:t>librería</a:t>
            </a:r>
            <a:r>
              <a:rPr lang="en-US" sz="2800" b="1" dirty="0">
                <a:latin typeface="Aptos"/>
              </a:rPr>
              <a:t> DEAP para RBLM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595B-E543-9969-4E92-0FDAE2E91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623" y="4041612"/>
            <a:ext cx="10515600" cy="39084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utiliza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librería</a:t>
            </a:r>
            <a:r>
              <a:rPr lang="en-US" dirty="0">
                <a:ea typeface="+mn-lt"/>
                <a:cs typeface="+mn-lt"/>
              </a:rPr>
              <a:t> DEAP </a:t>
            </a:r>
            <a:r>
              <a:rPr lang="en-US" dirty="0" err="1">
                <a:ea typeface="+mn-lt"/>
                <a:cs typeface="+mn-lt"/>
              </a:rPr>
              <a:t>porque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crear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mejorar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automáticamente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reglas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algoritmos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evolutivos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r>
              <a:rPr lang="en-US" dirty="0">
                <a:ea typeface="+mn-lt"/>
                <a:cs typeface="+mn-lt"/>
              </a:rPr>
              <a:t>En </a:t>
            </a:r>
            <a:r>
              <a:rPr lang="en-US" dirty="0" err="1">
                <a:ea typeface="+mn-lt"/>
                <a:cs typeface="+mn-lt"/>
              </a:rPr>
              <a:t>lugar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definirlas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manualmente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las genera, </a:t>
            </a:r>
            <a:r>
              <a:rPr lang="en-US" dirty="0" err="1">
                <a:ea typeface="+mn-lt"/>
                <a:cs typeface="+mn-lt"/>
              </a:rPr>
              <a:t>evalúa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optimiza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mediante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procesos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selección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cruce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mutación</a:t>
            </a:r>
            <a:r>
              <a:rPr lang="en-US" dirty="0">
                <a:ea typeface="+mn-lt"/>
                <a:cs typeface="+mn-lt"/>
              </a:rPr>
              <a:t>, hasta </a:t>
            </a:r>
            <a:r>
              <a:rPr lang="en-US" dirty="0" err="1">
                <a:ea typeface="+mn-lt"/>
                <a:cs typeface="+mn-lt"/>
              </a:rPr>
              <a:t>encontrar</a:t>
            </a:r>
            <a:r>
              <a:rPr lang="en-US" dirty="0">
                <a:ea typeface="+mn-lt"/>
                <a:cs typeface="+mn-lt"/>
              </a:rPr>
              <a:t> las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mejor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clasifican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4" name="Picture 3" descr="DEAP documentation — DEAP 1.4.3 documentation">
            <a:extLst>
              <a:ext uri="{FF2B5EF4-FFF2-40B4-BE49-F238E27FC236}">
                <a16:creationId xmlns:a16="http://schemas.microsoft.com/office/drawing/2014/main" id="{1196FCF9-A682-4E28-CAFD-693BCDFE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581" y="2133600"/>
            <a:ext cx="2781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23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C0A0-1104-B533-FA0D-E52408DF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Aptos"/>
              </a:rPr>
              <a:t>Campos de </a:t>
            </a:r>
            <a:r>
              <a:rPr lang="en-US" sz="2800" b="1" dirty="0" err="1">
                <a:latin typeface="Aptos"/>
              </a:rPr>
              <a:t>aplicación</a:t>
            </a:r>
            <a:r>
              <a:rPr lang="en-US" sz="2800" b="1" dirty="0">
                <a:latin typeface="Aptos"/>
              </a:rPr>
              <a:t> del </a:t>
            </a:r>
            <a:r>
              <a:rPr lang="en-US" sz="2800" b="1" dirty="0" err="1">
                <a:latin typeface="Aptos"/>
              </a:rPr>
              <a:t>aprendizaje</a:t>
            </a:r>
            <a:r>
              <a:rPr lang="en-US" sz="2800" b="1" dirty="0">
                <a:latin typeface="Aptos"/>
              </a:rPr>
              <a:t> </a:t>
            </a:r>
            <a:r>
              <a:rPr lang="en-US" sz="2800" b="1" dirty="0" err="1">
                <a:latin typeface="Aptos"/>
              </a:rPr>
              <a:t>basado</a:t>
            </a:r>
            <a:r>
              <a:rPr lang="en-US" sz="2800" b="1" dirty="0">
                <a:latin typeface="Aptos"/>
              </a:rPr>
              <a:t> </a:t>
            </a:r>
            <a:r>
              <a:rPr lang="en-US" sz="2800" b="1" dirty="0" err="1">
                <a:latin typeface="Aptos"/>
              </a:rPr>
              <a:t>en</a:t>
            </a:r>
            <a:r>
              <a:rPr lang="en-US" sz="2800" b="1" dirty="0">
                <a:latin typeface="Aptos"/>
              </a:rPr>
              <a:t> </a:t>
            </a:r>
            <a:r>
              <a:rPr lang="en-US" sz="2800" b="1" dirty="0" err="1">
                <a:latin typeface="Aptos"/>
              </a:rPr>
              <a:t>regla</a:t>
            </a:r>
            <a:r>
              <a:rPr lang="en-US" sz="2800" dirty="0" err="1">
                <a:latin typeface="Aptos"/>
              </a:rPr>
              <a:t>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8599-C047-D818-B811-D9F0E14E6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58" y="2228606"/>
            <a:ext cx="10632830" cy="48218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🏥 </a:t>
            </a:r>
            <a:r>
              <a:rPr lang="en-US" b="1" dirty="0">
                <a:ea typeface="+mn-lt"/>
                <a:cs typeface="+mn-lt"/>
              </a:rPr>
              <a:t>Medicina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Diagnóstico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enfermedades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partir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síntomas</a:t>
            </a:r>
            <a:r>
              <a:rPr lang="en-US" dirty="0">
                <a:ea typeface="+mn-lt"/>
                <a:cs typeface="+mn-lt"/>
              </a:rPr>
              <a:t>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ej</a:t>
            </a:r>
            <a:r>
              <a:rPr lang="en-US" dirty="0">
                <a:ea typeface="+mn-lt"/>
                <a:cs typeface="+mn-lt"/>
              </a:rPr>
              <a:t>: SI </a:t>
            </a:r>
            <a:r>
              <a:rPr lang="en-US" dirty="0" err="1">
                <a:ea typeface="+mn-lt"/>
                <a:cs typeface="+mn-lt"/>
              </a:rPr>
              <a:t>fiebre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dirty="0" err="1">
                <a:ea typeface="+mn-lt"/>
                <a:cs typeface="+mn-lt"/>
              </a:rPr>
              <a:t>tos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posible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infección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💰 </a:t>
            </a:r>
            <a:r>
              <a:rPr lang="en-US" b="1" dirty="0" err="1">
                <a:ea typeface="+mn-lt"/>
                <a:cs typeface="+mn-lt"/>
              </a:rPr>
              <a:t>Finanzas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Detección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fraude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evaluación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riesgo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crediticio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📄 </a:t>
            </a:r>
            <a:r>
              <a:rPr lang="en-US" b="1" dirty="0" err="1">
                <a:ea typeface="+mn-lt"/>
                <a:cs typeface="+mn-lt"/>
              </a:rPr>
              <a:t>Procesamiento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texto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Clasificación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documentos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correos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noticias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⚖️</a:t>
            </a:r>
            <a:r>
              <a:rPr lang="en-US" b="1" dirty="0">
                <a:ea typeface="+mn-lt"/>
                <a:cs typeface="+mn-lt"/>
              </a:rPr>
              <a:t> Sistemas </a:t>
            </a:r>
            <a:r>
              <a:rPr lang="en-US" b="1" dirty="0" err="1">
                <a:ea typeface="+mn-lt"/>
                <a:cs typeface="+mn-lt"/>
              </a:rPr>
              <a:t>legales</a:t>
            </a:r>
            <a:r>
              <a:rPr lang="en-US" b="1" dirty="0">
                <a:ea typeface="+mn-lt"/>
                <a:cs typeface="+mn-lt"/>
              </a:rPr>
              <a:t> y </a:t>
            </a:r>
            <a:r>
              <a:rPr lang="en-US" b="1" dirty="0" err="1">
                <a:ea typeface="+mn-lt"/>
                <a:cs typeface="+mn-lt"/>
              </a:rPr>
              <a:t>expertos</a:t>
            </a:r>
            <a:r>
              <a:rPr lang="en-US" dirty="0">
                <a:ea typeface="+mn-lt"/>
                <a:cs typeface="+mn-lt"/>
              </a:rPr>
              <a:t>  </a:t>
            </a:r>
            <a:r>
              <a:rPr lang="en-US" dirty="0" err="1">
                <a:ea typeface="+mn-lt"/>
                <a:cs typeface="+mn-lt"/>
              </a:rPr>
              <a:t>Apoyo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decisiones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basadas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normas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leyes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🔐 </a:t>
            </a:r>
            <a:r>
              <a:rPr lang="en-US" b="1" dirty="0" err="1">
                <a:ea typeface="+mn-lt"/>
                <a:cs typeface="+mn-lt"/>
              </a:rPr>
              <a:t>Seguridad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informática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Detección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intrusos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comportamientos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sospechosos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🏭 </a:t>
            </a:r>
            <a:r>
              <a:rPr lang="en-US" b="1" dirty="0">
                <a:ea typeface="+mn-lt"/>
                <a:cs typeface="+mn-lt"/>
              </a:rPr>
              <a:t>Industria</a:t>
            </a:r>
            <a:r>
              <a:rPr lang="en-US" dirty="0">
                <a:ea typeface="+mn-lt"/>
                <a:cs typeface="+mn-lt"/>
              </a:rPr>
              <a:t> Control de </a:t>
            </a:r>
            <a:r>
              <a:rPr lang="en-US" dirty="0" err="1">
                <a:ea typeface="+mn-lt"/>
                <a:cs typeface="+mn-lt"/>
              </a:rPr>
              <a:t>calidad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toma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decisiones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procesos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automáticos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81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91CD-ED16-E182-9876-95443A57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52" y="609600"/>
            <a:ext cx="10785228" cy="1905000"/>
          </a:xfrm>
        </p:spPr>
        <p:txBody>
          <a:bodyPr/>
          <a:lstStyle/>
          <a:p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Buenas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prácticas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para 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el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diseño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de un 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sistema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inteligente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que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Aptos"/>
              </a:rPr>
              <a:t> use RBML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D4E7-6D04-546D-7E12-56E8299C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6061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Reglas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claras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comprensibles</a:t>
            </a:r>
          </a:p>
          <a:p>
            <a:pPr>
              <a:buClr>
                <a:srgbClr val="FFFFFF"/>
              </a:buClr>
            </a:pP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Evitar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redundancia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Buena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cobertura</a:t>
            </a:r>
          </a:p>
          <a:p>
            <a:pPr>
              <a:buClr>
                <a:srgbClr val="FFFFFF"/>
              </a:buClr>
            </a:pP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Manejo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conflictos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Generalización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(no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sobreajuste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Evaluación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constante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Aprendizaje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adaptación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Datos de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calidad</a:t>
            </a:r>
            <a:endParaRPr lang="en-US" dirty="0" err="1"/>
          </a:p>
          <a:p>
            <a:pPr>
              <a:buClr>
                <a:srgbClr val="FFFFFF"/>
              </a:buClr>
            </a:pP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Simplicidad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del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modelo</a:t>
            </a:r>
            <a:endParaRPr lang="en-US" dirty="0" err="1"/>
          </a:p>
        </p:txBody>
      </p:sp>
      <p:pic>
        <p:nvPicPr>
          <p:cNvPr id="4" name="Picture 3" descr="18 buenas prácticas para el éxito con CRM - Protoinfo">
            <a:extLst>
              <a:ext uri="{FF2B5EF4-FFF2-40B4-BE49-F238E27FC236}">
                <a16:creationId xmlns:a16="http://schemas.microsoft.com/office/drawing/2014/main" id="{147C5B17-821F-A63A-D0B1-10F6B26F4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273" y="2663702"/>
            <a:ext cx="5609491" cy="33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0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4CFE-F639-69C6-000B-49B224D9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Reglas_3.py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2AB1-16C9-7F7C-0284-4AD5E4259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Objetivo</a:t>
            </a:r>
            <a:r>
              <a:rPr lang="en-US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: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Implementa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un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sistema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de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clasificación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de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texto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basado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en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reglas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. El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objetivo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es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clasificar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documentos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en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tres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categorías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: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ciencia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, fantasia 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historia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n-lt"/>
                <a:cs typeface="+mn-lt"/>
              </a:rPr>
              <a:t>.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endParaRPr lang="en-US" dirty="0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Picture 4" descr="Qué es una Clasificación? - Para qué sirve, ejemplos">
            <a:extLst>
              <a:ext uri="{FF2B5EF4-FFF2-40B4-BE49-F238E27FC236}">
                <a16:creationId xmlns:a16="http://schemas.microsoft.com/office/drawing/2014/main" id="{7BA6D11F-F59F-6CAF-D12E-134A6BC3C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101" y="3975956"/>
            <a:ext cx="4289180" cy="214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37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528BA-2DE3-F53A-6FEE-0F733A3B8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36176"/>
            <a:ext cx="9905998" cy="6245038"/>
          </a:xfrm>
        </p:spPr>
        <p:txBody>
          <a:bodyPr>
            <a:normAutofit/>
          </a:bodyPr>
          <a:lstStyle/>
          <a:p>
            <a:pPr marL="0" indent="0">
              <a:buClr>
                <a:srgbClr val="FFFFFF"/>
              </a:buClr>
              <a:buNone/>
            </a:pPr>
            <a:r>
              <a:rPr lang="en-US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FLUJO DEL PROCESO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Datos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sintéticos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— Se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crean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20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documentos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de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texto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con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etiquetas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de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categoría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y se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dividen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entrenamiento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(80%) y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prueba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(20%).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Representación de un individuo — Cada individuo en la población es una lista de reglas, donde cada regla tiene:</a:t>
            </a:r>
          </a:p>
          <a:p>
            <a:pPr lvl="1"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keywords: conjunto de palabras clave (frozenset)</a:t>
            </a:r>
          </a:p>
          <a:p>
            <a:pPr lvl="1"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category: categoría predicha si se activa la regla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Clasificación por reglas — Para clasificar un documento, se recorren las reglas en orden; la primera cuyas palabras clave estén todas presentes en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el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documento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(sistema de "primer disparo").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Función de fitness — Se mide la precisión (accuracy) del conjunto de reglas sobre el set de entrenamiento.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Evolución — Se ejecuta el AG para encontrar el mejor conjunto de reglas durante 25 generaciones con una población de 100 individuos.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Resultados — Se imprime el mejor conjunto de reglas, se evalúa en el set de prueba y se grafica la evolución de la aptitud.</a:t>
            </a:r>
          </a:p>
        </p:txBody>
      </p:sp>
    </p:spTree>
    <p:extLst>
      <p:ext uri="{BB962C8B-B14F-4D97-AF65-F5344CB8AC3E}">
        <p14:creationId xmlns:p14="http://schemas.microsoft.com/office/powerpoint/2010/main" val="3812922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EA0E-1F84-05CA-22C0-4381DF2A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E1275491-92F2-CD46-BB5A-1855F5BAE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5211" y="322384"/>
            <a:ext cx="7915403" cy="4765431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D7A8F83-D592-0BD4-8260-8E226657B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48" y="5268057"/>
            <a:ext cx="103060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5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3F806CE1-3DD7-527E-3584-4C5FC4CDC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020" y="21981"/>
            <a:ext cx="7342110" cy="6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96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698</Words>
  <Application>Microsoft Office PowerPoint</Application>
  <PresentationFormat>Panorámica</PresentationFormat>
  <Paragraphs>80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Century Gothic</vt:lpstr>
      <vt:lpstr>Mesh</vt:lpstr>
      <vt:lpstr>Computacion Bioinspirada</vt:lpstr>
      <vt:lpstr>Aprendizaje basado en Reglas con el uso de DEAP</vt:lpstr>
      <vt:lpstr>Explicar el fundamento para el uso de la librería DEAP para RBLM</vt:lpstr>
      <vt:lpstr>Campos de aplicación del aprendizaje basado en reglas</vt:lpstr>
      <vt:lpstr>Buenas prácticas para el diseño de un sistema inteligente que use RBML</vt:lpstr>
      <vt:lpstr>Reglas_3.py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AGUIRRE PAREJA FABIAN</cp:lastModifiedBy>
  <cp:revision>127</cp:revision>
  <dcterms:created xsi:type="dcterms:W3CDTF">2026-05-02T13:31:56Z</dcterms:created>
  <dcterms:modified xsi:type="dcterms:W3CDTF">2026-05-02T14:33:59Z</dcterms:modified>
</cp:coreProperties>
</file>
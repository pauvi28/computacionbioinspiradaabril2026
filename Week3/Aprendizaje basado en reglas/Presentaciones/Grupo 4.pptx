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7"/>
  </p:normalViewPr>
  <p:slideViewPr>
    <p:cSldViewPr snapToGrid="0">
      <p:cViewPr varScale="1">
        <p:scale>
          <a:sx n="101" d="100"/>
          <a:sy n="101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4CED3C-C0F9-4645-9F85-F0F7BEBD83B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85046B1-C0CB-42FF-A8B9-3E6BDC612EC7}">
      <dgm:prSet/>
      <dgm:spPr/>
      <dgm:t>
        <a:bodyPr/>
        <a:lstStyle/>
        <a:p>
          <a:pPr>
            <a:defRPr cap="all"/>
          </a:pPr>
          <a:r>
            <a:rPr lang="es-EC"/>
            <a:t>Procesamiento (El Motor Evolutivo - DEAP):</a:t>
          </a:r>
          <a:endParaRPr lang="en-US"/>
        </a:p>
      </dgm:t>
    </dgm:pt>
    <dgm:pt modelId="{726BBA86-7A50-4773-A77A-9A3EDC44201D}" type="parTrans" cxnId="{78A2CEE4-C375-4F9B-A041-4FDA28E48049}">
      <dgm:prSet/>
      <dgm:spPr/>
      <dgm:t>
        <a:bodyPr/>
        <a:lstStyle/>
        <a:p>
          <a:endParaRPr lang="en-US"/>
        </a:p>
      </dgm:t>
    </dgm:pt>
    <dgm:pt modelId="{8F8CA4FD-250C-4A9A-B84F-A6DF0FD7C025}" type="sibTrans" cxnId="{78A2CEE4-C375-4F9B-A041-4FDA28E48049}">
      <dgm:prSet/>
      <dgm:spPr/>
      <dgm:t>
        <a:bodyPr/>
        <a:lstStyle/>
        <a:p>
          <a:endParaRPr lang="en-US"/>
        </a:p>
      </dgm:t>
    </dgm:pt>
    <dgm:pt modelId="{3180EC1A-DB05-40E1-9D9F-93D7B4D8BD59}">
      <dgm:prSet/>
      <dgm:spPr/>
      <dgm:t>
        <a:bodyPr/>
        <a:lstStyle/>
        <a:p>
          <a:pPr>
            <a:defRPr cap="all"/>
          </a:pPr>
          <a:r>
            <a:rPr lang="es-EC"/>
            <a:t>Individuo: Es un conjunto de reglas (ej. "SI tiene fiebre Y tos, ENTONCES es Influenza").</a:t>
          </a:r>
          <a:endParaRPr lang="en-US"/>
        </a:p>
      </dgm:t>
    </dgm:pt>
    <dgm:pt modelId="{00F2ED0A-B324-45E1-A9C6-DD66E5D762E5}" type="parTrans" cxnId="{BEEA6803-9EB0-4225-BE88-2FF3DD8F3980}">
      <dgm:prSet/>
      <dgm:spPr/>
      <dgm:t>
        <a:bodyPr/>
        <a:lstStyle/>
        <a:p>
          <a:endParaRPr lang="en-US"/>
        </a:p>
      </dgm:t>
    </dgm:pt>
    <dgm:pt modelId="{4A44A8D8-851F-415E-BBA9-F7EF41947823}" type="sibTrans" cxnId="{BEEA6803-9EB0-4225-BE88-2FF3DD8F3980}">
      <dgm:prSet/>
      <dgm:spPr/>
      <dgm:t>
        <a:bodyPr/>
        <a:lstStyle/>
        <a:p>
          <a:endParaRPr lang="en-US"/>
        </a:p>
      </dgm:t>
    </dgm:pt>
    <dgm:pt modelId="{CD0F55F0-7C4D-4FBC-A8FC-54A539AEE6A1}">
      <dgm:prSet/>
      <dgm:spPr/>
      <dgm:t>
        <a:bodyPr/>
        <a:lstStyle/>
        <a:p>
          <a:pPr>
            <a:defRPr cap="all"/>
          </a:pPr>
          <a:r>
            <a:rPr lang="es-EC"/>
            <a:t>Población: 60 conjuntos de reglas diferentes compitiendo entre sí.</a:t>
          </a:r>
          <a:endParaRPr lang="en-US"/>
        </a:p>
      </dgm:t>
    </dgm:pt>
    <dgm:pt modelId="{B15EEBD1-A5A8-4205-A3E2-611E6DBF17F7}" type="parTrans" cxnId="{B7885BB8-7908-4A30-B082-E89ACAB01AAE}">
      <dgm:prSet/>
      <dgm:spPr/>
      <dgm:t>
        <a:bodyPr/>
        <a:lstStyle/>
        <a:p>
          <a:endParaRPr lang="en-US"/>
        </a:p>
      </dgm:t>
    </dgm:pt>
    <dgm:pt modelId="{126A6790-790F-4F7E-B81B-72C26D4F75F0}" type="sibTrans" cxnId="{B7885BB8-7908-4A30-B082-E89ACAB01AAE}">
      <dgm:prSet/>
      <dgm:spPr/>
      <dgm:t>
        <a:bodyPr/>
        <a:lstStyle/>
        <a:p>
          <a:endParaRPr lang="en-US"/>
        </a:p>
      </dgm:t>
    </dgm:pt>
    <dgm:pt modelId="{E7038B3D-21E8-4CF2-A039-C89F5B7AC30C}">
      <dgm:prSet/>
      <dgm:spPr/>
      <dgm:t>
        <a:bodyPr/>
        <a:lstStyle/>
        <a:p>
          <a:pPr>
            <a:defRPr cap="all"/>
          </a:pPr>
          <a:r>
            <a:rPr lang="es-EC"/>
            <a:t>Evaluación (Fitness): Se mide cuántas enfermedades del dataset adivina correctamente cada individuo.</a:t>
          </a:r>
          <a:endParaRPr lang="en-US"/>
        </a:p>
      </dgm:t>
    </dgm:pt>
    <dgm:pt modelId="{A7E39D7F-4551-4E9B-BCBC-4A28BA6C3661}" type="parTrans" cxnId="{39C9516B-4E97-4278-AB95-E767734ADC4D}">
      <dgm:prSet/>
      <dgm:spPr/>
      <dgm:t>
        <a:bodyPr/>
        <a:lstStyle/>
        <a:p>
          <a:endParaRPr lang="en-US"/>
        </a:p>
      </dgm:t>
    </dgm:pt>
    <dgm:pt modelId="{A537C31D-2385-4CBF-B695-3375E194CB84}" type="sibTrans" cxnId="{39C9516B-4E97-4278-AB95-E767734ADC4D}">
      <dgm:prSet/>
      <dgm:spPr/>
      <dgm:t>
        <a:bodyPr/>
        <a:lstStyle/>
        <a:p>
          <a:endParaRPr lang="en-US"/>
        </a:p>
      </dgm:t>
    </dgm:pt>
    <dgm:pt modelId="{A946C1B7-935C-455D-B66A-505A57F40FFD}" type="pres">
      <dgm:prSet presAssocID="{F14CED3C-C0F9-4645-9F85-F0F7BEBD83BC}" presName="root" presStyleCnt="0">
        <dgm:presLayoutVars>
          <dgm:dir/>
          <dgm:resizeHandles val="exact"/>
        </dgm:presLayoutVars>
      </dgm:prSet>
      <dgm:spPr/>
    </dgm:pt>
    <dgm:pt modelId="{CE75BE27-B346-4369-A830-2FE8BB0CA96C}" type="pres">
      <dgm:prSet presAssocID="{185046B1-C0CB-42FF-A8B9-3E6BDC612EC7}" presName="compNode" presStyleCnt="0"/>
      <dgm:spPr/>
    </dgm:pt>
    <dgm:pt modelId="{50EC1445-4B51-4CDD-96C8-49228DBACB9B}" type="pres">
      <dgm:prSet presAssocID="{185046B1-C0CB-42FF-A8B9-3E6BDC612EC7}" presName="iconBgRect" presStyleLbl="bgShp" presStyleIdx="0" presStyleCnt="4"/>
      <dgm:spPr/>
    </dgm:pt>
    <dgm:pt modelId="{2F105238-8731-4FEE-9B20-5AD1334E954F}" type="pres">
      <dgm:prSet presAssocID="{185046B1-C0CB-42FF-A8B9-3E6BDC612EC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C9A67537-907C-4CE1-910D-7DE0B4B60637}" type="pres">
      <dgm:prSet presAssocID="{185046B1-C0CB-42FF-A8B9-3E6BDC612EC7}" presName="spaceRect" presStyleCnt="0"/>
      <dgm:spPr/>
    </dgm:pt>
    <dgm:pt modelId="{37AABF06-6999-4897-9A17-A8EADE1FCDBA}" type="pres">
      <dgm:prSet presAssocID="{185046B1-C0CB-42FF-A8B9-3E6BDC612EC7}" presName="textRect" presStyleLbl="revTx" presStyleIdx="0" presStyleCnt="4">
        <dgm:presLayoutVars>
          <dgm:chMax val="1"/>
          <dgm:chPref val="1"/>
        </dgm:presLayoutVars>
      </dgm:prSet>
      <dgm:spPr/>
    </dgm:pt>
    <dgm:pt modelId="{CAEC3F4C-9936-466C-B31D-BEF6E17CF2E3}" type="pres">
      <dgm:prSet presAssocID="{8F8CA4FD-250C-4A9A-B84F-A6DF0FD7C025}" presName="sibTrans" presStyleCnt="0"/>
      <dgm:spPr/>
    </dgm:pt>
    <dgm:pt modelId="{98424365-786A-4B4D-8C5A-B06511A7F27C}" type="pres">
      <dgm:prSet presAssocID="{3180EC1A-DB05-40E1-9D9F-93D7B4D8BD59}" presName="compNode" presStyleCnt="0"/>
      <dgm:spPr/>
    </dgm:pt>
    <dgm:pt modelId="{99C7686B-988B-4E1D-A58D-2CF764474918}" type="pres">
      <dgm:prSet presAssocID="{3180EC1A-DB05-40E1-9D9F-93D7B4D8BD59}" presName="iconBgRect" presStyleLbl="bgShp" presStyleIdx="1" presStyleCnt="4"/>
      <dgm:spPr/>
    </dgm:pt>
    <dgm:pt modelId="{66F3C7D4-20E4-42F9-B4BA-455A79B5B3D5}" type="pres">
      <dgm:prSet presAssocID="{3180EC1A-DB05-40E1-9D9F-93D7B4D8BD5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lmones"/>
        </a:ext>
      </dgm:extLst>
    </dgm:pt>
    <dgm:pt modelId="{2C5E67F9-FD36-4BDC-ABD2-A63D0D6D1E2C}" type="pres">
      <dgm:prSet presAssocID="{3180EC1A-DB05-40E1-9D9F-93D7B4D8BD59}" presName="spaceRect" presStyleCnt="0"/>
      <dgm:spPr/>
    </dgm:pt>
    <dgm:pt modelId="{E5AC7C34-4057-41F1-9E94-BE81484BFEFD}" type="pres">
      <dgm:prSet presAssocID="{3180EC1A-DB05-40E1-9D9F-93D7B4D8BD59}" presName="textRect" presStyleLbl="revTx" presStyleIdx="1" presStyleCnt="4">
        <dgm:presLayoutVars>
          <dgm:chMax val="1"/>
          <dgm:chPref val="1"/>
        </dgm:presLayoutVars>
      </dgm:prSet>
      <dgm:spPr/>
    </dgm:pt>
    <dgm:pt modelId="{BF508355-E112-4692-A51A-193D0E76AA3D}" type="pres">
      <dgm:prSet presAssocID="{4A44A8D8-851F-415E-BBA9-F7EF41947823}" presName="sibTrans" presStyleCnt="0"/>
      <dgm:spPr/>
    </dgm:pt>
    <dgm:pt modelId="{CC0654C1-DEDD-48A3-9FA3-1BE5EFF25672}" type="pres">
      <dgm:prSet presAssocID="{CD0F55F0-7C4D-4FBC-A8FC-54A539AEE6A1}" presName="compNode" presStyleCnt="0"/>
      <dgm:spPr/>
    </dgm:pt>
    <dgm:pt modelId="{E3174AC7-8414-45B0-991E-68E7FD74E6FC}" type="pres">
      <dgm:prSet presAssocID="{CD0F55F0-7C4D-4FBC-A8FC-54A539AEE6A1}" presName="iconBgRect" presStyleLbl="bgShp" presStyleIdx="2" presStyleCnt="4"/>
      <dgm:spPr/>
    </dgm:pt>
    <dgm:pt modelId="{CBCF8161-1AEE-44AC-81C4-B7E2032B1EB3}" type="pres">
      <dgm:prSet presAssocID="{CD0F55F0-7C4D-4FBC-A8FC-54A539AEE6A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or"/>
        </a:ext>
      </dgm:extLst>
    </dgm:pt>
    <dgm:pt modelId="{233FCED3-7E47-4E1E-B4CF-B0DA9906187C}" type="pres">
      <dgm:prSet presAssocID="{CD0F55F0-7C4D-4FBC-A8FC-54A539AEE6A1}" presName="spaceRect" presStyleCnt="0"/>
      <dgm:spPr/>
    </dgm:pt>
    <dgm:pt modelId="{DD10A48F-4561-438B-B504-060952F55A74}" type="pres">
      <dgm:prSet presAssocID="{CD0F55F0-7C4D-4FBC-A8FC-54A539AEE6A1}" presName="textRect" presStyleLbl="revTx" presStyleIdx="2" presStyleCnt="4">
        <dgm:presLayoutVars>
          <dgm:chMax val="1"/>
          <dgm:chPref val="1"/>
        </dgm:presLayoutVars>
      </dgm:prSet>
      <dgm:spPr/>
    </dgm:pt>
    <dgm:pt modelId="{471D77BC-1D37-4718-B92F-67B09CD660A3}" type="pres">
      <dgm:prSet presAssocID="{126A6790-790F-4F7E-B81B-72C26D4F75F0}" presName="sibTrans" presStyleCnt="0"/>
      <dgm:spPr/>
    </dgm:pt>
    <dgm:pt modelId="{428A76BA-1D23-4ACD-84DE-6EAC21E0D96D}" type="pres">
      <dgm:prSet presAssocID="{E7038B3D-21E8-4CF2-A039-C89F5B7AC30C}" presName="compNode" presStyleCnt="0"/>
      <dgm:spPr/>
    </dgm:pt>
    <dgm:pt modelId="{75085F0E-57D6-45AD-ADBB-F34FFA4E1298}" type="pres">
      <dgm:prSet presAssocID="{E7038B3D-21E8-4CF2-A039-C89F5B7AC30C}" presName="iconBgRect" presStyleLbl="bgShp" presStyleIdx="3" presStyleCnt="4"/>
      <dgm:spPr/>
    </dgm:pt>
    <dgm:pt modelId="{DADB35C0-98E9-46EB-AFC4-7A91AAA89859}" type="pres">
      <dgm:prSet presAssocID="{E7038B3D-21E8-4CF2-A039-C89F5B7AC30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4AC23FC4-3499-40EC-88CE-2BFC72A49413}" type="pres">
      <dgm:prSet presAssocID="{E7038B3D-21E8-4CF2-A039-C89F5B7AC30C}" presName="spaceRect" presStyleCnt="0"/>
      <dgm:spPr/>
    </dgm:pt>
    <dgm:pt modelId="{AC016F08-417E-407F-B468-12670172CB6C}" type="pres">
      <dgm:prSet presAssocID="{E7038B3D-21E8-4CF2-A039-C89F5B7AC30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EEA6803-9EB0-4225-BE88-2FF3DD8F3980}" srcId="{F14CED3C-C0F9-4645-9F85-F0F7BEBD83BC}" destId="{3180EC1A-DB05-40E1-9D9F-93D7B4D8BD59}" srcOrd="1" destOrd="0" parTransId="{00F2ED0A-B324-45E1-A9C6-DD66E5D762E5}" sibTransId="{4A44A8D8-851F-415E-BBA9-F7EF41947823}"/>
    <dgm:cxn modelId="{F5DAFE21-6D94-4512-B0D5-DB80DF17CB7A}" type="presOf" srcId="{CD0F55F0-7C4D-4FBC-A8FC-54A539AEE6A1}" destId="{DD10A48F-4561-438B-B504-060952F55A74}" srcOrd="0" destOrd="0" presId="urn:microsoft.com/office/officeart/2018/5/layout/IconCircleLabelList"/>
    <dgm:cxn modelId="{39C9516B-4E97-4278-AB95-E767734ADC4D}" srcId="{F14CED3C-C0F9-4645-9F85-F0F7BEBD83BC}" destId="{E7038B3D-21E8-4CF2-A039-C89F5B7AC30C}" srcOrd="3" destOrd="0" parTransId="{A7E39D7F-4551-4E9B-BCBC-4A28BA6C3661}" sibTransId="{A537C31D-2385-4CBF-B695-3375E194CB84}"/>
    <dgm:cxn modelId="{D396F887-1950-4868-B190-0D0816691811}" type="presOf" srcId="{E7038B3D-21E8-4CF2-A039-C89F5B7AC30C}" destId="{AC016F08-417E-407F-B468-12670172CB6C}" srcOrd="0" destOrd="0" presId="urn:microsoft.com/office/officeart/2018/5/layout/IconCircleLabelList"/>
    <dgm:cxn modelId="{B7885BB8-7908-4A30-B082-E89ACAB01AAE}" srcId="{F14CED3C-C0F9-4645-9F85-F0F7BEBD83BC}" destId="{CD0F55F0-7C4D-4FBC-A8FC-54A539AEE6A1}" srcOrd="2" destOrd="0" parTransId="{B15EEBD1-A5A8-4205-A3E2-611E6DBF17F7}" sibTransId="{126A6790-790F-4F7E-B81B-72C26D4F75F0}"/>
    <dgm:cxn modelId="{0440DEBB-6116-4026-A136-281CE00B1328}" type="presOf" srcId="{3180EC1A-DB05-40E1-9D9F-93D7B4D8BD59}" destId="{E5AC7C34-4057-41F1-9E94-BE81484BFEFD}" srcOrd="0" destOrd="0" presId="urn:microsoft.com/office/officeart/2018/5/layout/IconCircleLabelList"/>
    <dgm:cxn modelId="{E28AE7C1-3AF5-49E3-BC68-1E45C0FE1AD7}" type="presOf" srcId="{F14CED3C-C0F9-4645-9F85-F0F7BEBD83BC}" destId="{A946C1B7-935C-455D-B66A-505A57F40FFD}" srcOrd="0" destOrd="0" presId="urn:microsoft.com/office/officeart/2018/5/layout/IconCircleLabelList"/>
    <dgm:cxn modelId="{78A2CEE4-C375-4F9B-A041-4FDA28E48049}" srcId="{F14CED3C-C0F9-4645-9F85-F0F7BEBD83BC}" destId="{185046B1-C0CB-42FF-A8B9-3E6BDC612EC7}" srcOrd="0" destOrd="0" parTransId="{726BBA86-7A50-4773-A77A-9A3EDC44201D}" sibTransId="{8F8CA4FD-250C-4A9A-B84F-A6DF0FD7C025}"/>
    <dgm:cxn modelId="{18567EE8-0D6D-4DB1-A9E6-E7B91D9FE3D2}" type="presOf" srcId="{185046B1-C0CB-42FF-A8B9-3E6BDC612EC7}" destId="{37AABF06-6999-4897-9A17-A8EADE1FCDBA}" srcOrd="0" destOrd="0" presId="urn:microsoft.com/office/officeart/2018/5/layout/IconCircleLabelList"/>
    <dgm:cxn modelId="{FF3A4F23-4285-44D7-B1EF-377C0C83BDED}" type="presParOf" srcId="{A946C1B7-935C-455D-B66A-505A57F40FFD}" destId="{CE75BE27-B346-4369-A830-2FE8BB0CA96C}" srcOrd="0" destOrd="0" presId="urn:microsoft.com/office/officeart/2018/5/layout/IconCircleLabelList"/>
    <dgm:cxn modelId="{54F27B15-F537-418F-A782-6596007844B0}" type="presParOf" srcId="{CE75BE27-B346-4369-A830-2FE8BB0CA96C}" destId="{50EC1445-4B51-4CDD-96C8-49228DBACB9B}" srcOrd="0" destOrd="0" presId="urn:microsoft.com/office/officeart/2018/5/layout/IconCircleLabelList"/>
    <dgm:cxn modelId="{A8C8F85C-6B5C-4EEB-B95B-78B4870CA5BC}" type="presParOf" srcId="{CE75BE27-B346-4369-A830-2FE8BB0CA96C}" destId="{2F105238-8731-4FEE-9B20-5AD1334E954F}" srcOrd="1" destOrd="0" presId="urn:microsoft.com/office/officeart/2018/5/layout/IconCircleLabelList"/>
    <dgm:cxn modelId="{CC72AC16-2E07-4CC4-851E-B88FF391DA20}" type="presParOf" srcId="{CE75BE27-B346-4369-A830-2FE8BB0CA96C}" destId="{C9A67537-907C-4CE1-910D-7DE0B4B60637}" srcOrd="2" destOrd="0" presId="urn:microsoft.com/office/officeart/2018/5/layout/IconCircleLabelList"/>
    <dgm:cxn modelId="{13593B88-423B-4D86-AD26-27CE9D0DA277}" type="presParOf" srcId="{CE75BE27-B346-4369-A830-2FE8BB0CA96C}" destId="{37AABF06-6999-4897-9A17-A8EADE1FCDBA}" srcOrd="3" destOrd="0" presId="urn:microsoft.com/office/officeart/2018/5/layout/IconCircleLabelList"/>
    <dgm:cxn modelId="{1D37C3DA-B661-45C8-93AD-77A836939D84}" type="presParOf" srcId="{A946C1B7-935C-455D-B66A-505A57F40FFD}" destId="{CAEC3F4C-9936-466C-B31D-BEF6E17CF2E3}" srcOrd="1" destOrd="0" presId="urn:microsoft.com/office/officeart/2018/5/layout/IconCircleLabelList"/>
    <dgm:cxn modelId="{2AC3BD8D-9EA6-457D-BE08-C6610517251C}" type="presParOf" srcId="{A946C1B7-935C-455D-B66A-505A57F40FFD}" destId="{98424365-786A-4B4D-8C5A-B06511A7F27C}" srcOrd="2" destOrd="0" presId="urn:microsoft.com/office/officeart/2018/5/layout/IconCircleLabelList"/>
    <dgm:cxn modelId="{D3E02F16-D19F-401B-A348-9A63B76095EE}" type="presParOf" srcId="{98424365-786A-4B4D-8C5A-B06511A7F27C}" destId="{99C7686B-988B-4E1D-A58D-2CF764474918}" srcOrd="0" destOrd="0" presId="urn:microsoft.com/office/officeart/2018/5/layout/IconCircleLabelList"/>
    <dgm:cxn modelId="{86092ABF-9FE1-46BB-9837-84CFBAC276A7}" type="presParOf" srcId="{98424365-786A-4B4D-8C5A-B06511A7F27C}" destId="{66F3C7D4-20E4-42F9-B4BA-455A79B5B3D5}" srcOrd="1" destOrd="0" presId="urn:microsoft.com/office/officeart/2018/5/layout/IconCircleLabelList"/>
    <dgm:cxn modelId="{B13D563E-54B8-406C-ABCB-47E68A8235DE}" type="presParOf" srcId="{98424365-786A-4B4D-8C5A-B06511A7F27C}" destId="{2C5E67F9-FD36-4BDC-ABD2-A63D0D6D1E2C}" srcOrd="2" destOrd="0" presId="urn:microsoft.com/office/officeart/2018/5/layout/IconCircleLabelList"/>
    <dgm:cxn modelId="{CE22289A-2520-4C67-8482-1A7624C6B35E}" type="presParOf" srcId="{98424365-786A-4B4D-8C5A-B06511A7F27C}" destId="{E5AC7C34-4057-41F1-9E94-BE81484BFEFD}" srcOrd="3" destOrd="0" presId="urn:microsoft.com/office/officeart/2018/5/layout/IconCircleLabelList"/>
    <dgm:cxn modelId="{B802E84B-5A58-41C2-B52F-2AC66476673E}" type="presParOf" srcId="{A946C1B7-935C-455D-B66A-505A57F40FFD}" destId="{BF508355-E112-4692-A51A-193D0E76AA3D}" srcOrd="3" destOrd="0" presId="urn:microsoft.com/office/officeart/2018/5/layout/IconCircleLabelList"/>
    <dgm:cxn modelId="{13B348E9-EDEC-440B-BE29-E24E33EFC621}" type="presParOf" srcId="{A946C1B7-935C-455D-B66A-505A57F40FFD}" destId="{CC0654C1-DEDD-48A3-9FA3-1BE5EFF25672}" srcOrd="4" destOrd="0" presId="urn:microsoft.com/office/officeart/2018/5/layout/IconCircleLabelList"/>
    <dgm:cxn modelId="{7099280F-AF10-4766-AB9F-FF4347A8328A}" type="presParOf" srcId="{CC0654C1-DEDD-48A3-9FA3-1BE5EFF25672}" destId="{E3174AC7-8414-45B0-991E-68E7FD74E6FC}" srcOrd="0" destOrd="0" presId="urn:microsoft.com/office/officeart/2018/5/layout/IconCircleLabelList"/>
    <dgm:cxn modelId="{C0F6C1D6-FEDE-46A7-A289-32CE0127FE2B}" type="presParOf" srcId="{CC0654C1-DEDD-48A3-9FA3-1BE5EFF25672}" destId="{CBCF8161-1AEE-44AC-81C4-B7E2032B1EB3}" srcOrd="1" destOrd="0" presId="urn:microsoft.com/office/officeart/2018/5/layout/IconCircleLabelList"/>
    <dgm:cxn modelId="{7C713259-77BE-43F2-A9C9-6A25319FEC83}" type="presParOf" srcId="{CC0654C1-DEDD-48A3-9FA3-1BE5EFF25672}" destId="{233FCED3-7E47-4E1E-B4CF-B0DA9906187C}" srcOrd="2" destOrd="0" presId="urn:microsoft.com/office/officeart/2018/5/layout/IconCircleLabelList"/>
    <dgm:cxn modelId="{0704DF6F-86DA-4C22-AAF4-4C199EA4A156}" type="presParOf" srcId="{CC0654C1-DEDD-48A3-9FA3-1BE5EFF25672}" destId="{DD10A48F-4561-438B-B504-060952F55A74}" srcOrd="3" destOrd="0" presId="urn:microsoft.com/office/officeart/2018/5/layout/IconCircleLabelList"/>
    <dgm:cxn modelId="{853FC64F-5D50-48EA-B612-3E6F1B6D4698}" type="presParOf" srcId="{A946C1B7-935C-455D-B66A-505A57F40FFD}" destId="{471D77BC-1D37-4718-B92F-67B09CD660A3}" srcOrd="5" destOrd="0" presId="urn:microsoft.com/office/officeart/2018/5/layout/IconCircleLabelList"/>
    <dgm:cxn modelId="{18AEC3B6-30E3-48A9-8BE7-7365450E4621}" type="presParOf" srcId="{A946C1B7-935C-455D-B66A-505A57F40FFD}" destId="{428A76BA-1D23-4ACD-84DE-6EAC21E0D96D}" srcOrd="6" destOrd="0" presId="urn:microsoft.com/office/officeart/2018/5/layout/IconCircleLabelList"/>
    <dgm:cxn modelId="{390BC9CF-BF07-4734-B1F6-9162FFBAC00F}" type="presParOf" srcId="{428A76BA-1D23-4ACD-84DE-6EAC21E0D96D}" destId="{75085F0E-57D6-45AD-ADBB-F34FFA4E1298}" srcOrd="0" destOrd="0" presId="urn:microsoft.com/office/officeart/2018/5/layout/IconCircleLabelList"/>
    <dgm:cxn modelId="{3D0AF183-23C7-4524-895D-27155CB4785D}" type="presParOf" srcId="{428A76BA-1D23-4ACD-84DE-6EAC21E0D96D}" destId="{DADB35C0-98E9-46EB-AFC4-7A91AAA89859}" srcOrd="1" destOrd="0" presId="urn:microsoft.com/office/officeart/2018/5/layout/IconCircleLabelList"/>
    <dgm:cxn modelId="{FAAECDA2-8FFC-45AD-88F8-1E49842A0B59}" type="presParOf" srcId="{428A76BA-1D23-4ACD-84DE-6EAC21E0D96D}" destId="{4AC23FC4-3499-40EC-88CE-2BFC72A49413}" srcOrd="2" destOrd="0" presId="urn:microsoft.com/office/officeart/2018/5/layout/IconCircleLabelList"/>
    <dgm:cxn modelId="{CEA8FE88-5719-41D5-98A8-4749285A9214}" type="presParOf" srcId="{428A76BA-1D23-4ACD-84DE-6EAC21E0D96D}" destId="{AC016F08-417E-407F-B468-12670172CB6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5E8EAF-3477-46FE-A889-DE1136F38D7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C9EAE74-CDA9-4461-8F4B-0ABBA677F6AB}">
      <dgm:prSet/>
      <dgm:spPr/>
      <dgm:t>
        <a:bodyPr/>
        <a:lstStyle/>
        <a:p>
          <a:r>
            <a:rPr lang="es-EC"/>
            <a:t>Salida:</a:t>
          </a:r>
          <a:endParaRPr lang="en-US"/>
        </a:p>
      </dgm:t>
    </dgm:pt>
    <dgm:pt modelId="{5A45D87F-3219-4DCA-98BC-23F2C20D5FAE}" type="parTrans" cxnId="{C126646B-54DA-44AF-9DED-8FD25A208D09}">
      <dgm:prSet/>
      <dgm:spPr/>
      <dgm:t>
        <a:bodyPr/>
        <a:lstStyle/>
        <a:p>
          <a:endParaRPr lang="en-US"/>
        </a:p>
      </dgm:t>
    </dgm:pt>
    <dgm:pt modelId="{48837F13-20E5-4EDA-B65F-DCD537CAA69B}" type="sibTrans" cxnId="{C126646B-54DA-44AF-9DED-8FD25A208D09}">
      <dgm:prSet/>
      <dgm:spPr/>
      <dgm:t>
        <a:bodyPr/>
        <a:lstStyle/>
        <a:p>
          <a:endParaRPr lang="en-US"/>
        </a:p>
      </dgm:t>
    </dgm:pt>
    <dgm:pt modelId="{3F9AE764-27E1-465C-8EA4-E3AA72745A90}">
      <dgm:prSet/>
      <dgm:spPr/>
      <dgm:t>
        <a:bodyPr/>
        <a:lstStyle/>
        <a:p>
          <a:r>
            <a:rPr lang="es-EC"/>
            <a:t>Mejor Individuo: El conjunto de reglas con la mayor precisión final.</a:t>
          </a:r>
          <a:endParaRPr lang="en-US"/>
        </a:p>
      </dgm:t>
    </dgm:pt>
    <dgm:pt modelId="{A60DAB1C-EC94-469E-B16E-62370BD8387D}" type="parTrans" cxnId="{4A9F812C-98DF-4FCE-8E7D-08A457F7DCA4}">
      <dgm:prSet/>
      <dgm:spPr/>
      <dgm:t>
        <a:bodyPr/>
        <a:lstStyle/>
        <a:p>
          <a:endParaRPr lang="en-US"/>
        </a:p>
      </dgm:t>
    </dgm:pt>
    <dgm:pt modelId="{C601FCB9-12BE-44F9-9976-D7725E90F667}" type="sibTrans" cxnId="{4A9F812C-98DF-4FCE-8E7D-08A457F7DCA4}">
      <dgm:prSet/>
      <dgm:spPr/>
      <dgm:t>
        <a:bodyPr/>
        <a:lstStyle/>
        <a:p>
          <a:endParaRPr lang="en-US"/>
        </a:p>
      </dgm:t>
    </dgm:pt>
    <dgm:pt modelId="{DCBE566E-1D17-4643-B0FF-A106BE3CA393}">
      <dgm:prSet/>
      <dgm:spPr/>
      <dgm:t>
        <a:bodyPr/>
        <a:lstStyle/>
        <a:p>
          <a:r>
            <a:rPr lang="es-EC"/>
            <a:t>Predicción: El sistema recibe síntomas nuevos y aplica sus reglas para dar un diagnóstico.</a:t>
          </a:r>
          <a:endParaRPr lang="en-US"/>
        </a:p>
      </dgm:t>
    </dgm:pt>
    <dgm:pt modelId="{7C9567C1-9D07-4771-966B-E204F5B31BD1}" type="parTrans" cxnId="{1FF061B6-47CE-4807-8A93-91D0956A6843}">
      <dgm:prSet/>
      <dgm:spPr/>
      <dgm:t>
        <a:bodyPr/>
        <a:lstStyle/>
        <a:p>
          <a:endParaRPr lang="en-US"/>
        </a:p>
      </dgm:t>
    </dgm:pt>
    <dgm:pt modelId="{6A8F277E-CD83-4204-A440-D921D58C6664}" type="sibTrans" cxnId="{1FF061B6-47CE-4807-8A93-91D0956A6843}">
      <dgm:prSet/>
      <dgm:spPr/>
      <dgm:t>
        <a:bodyPr/>
        <a:lstStyle/>
        <a:p>
          <a:endParaRPr lang="en-US"/>
        </a:p>
      </dgm:t>
    </dgm:pt>
    <dgm:pt modelId="{38788D10-446B-40E3-B35E-11D653B91CF3}" type="pres">
      <dgm:prSet presAssocID="{4D5E8EAF-3477-46FE-A889-DE1136F38D7F}" presName="root" presStyleCnt="0">
        <dgm:presLayoutVars>
          <dgm:dir/>
          <dgm:resizeHandles val="exact"/>
        </dgm:presLayoutVars>
      </dgm:prSet>
      <dgm:spPr/>
    </dgm:pt>
    <dgm:pt modelId="{45EF0FBC-9DFE-4F48-814F-7E5A01675E8D}" type="pres">
      <dgm:prSet presAssocID="{3C9EAE74-CDA9-4461-8F4B-0ABBA677F6AB}" presName="compNode" presStyleCnt="0"/>
      <dgm:spPr/>
    </dgm:pt>
    <dgm:pt modelId="{7ED11A5D-1E43-4308-B955-490E6B603B4F}" type="pres">
      <dgm:prSet presAssocID="{3C9EAE74-CDA9-4461-8F4B-0ABBA677F6AB}" presName="bgRect" presStyleLbl="bgShp" presStyleIdx="0" presStyleCnt="3"/>
      <dgm:spPr/>
    </dgm:pt>
    <dgm:pt modelId="{904F2E7B-AB07-4B19-89DF-5A9DB0B79E3F}" type="pres">
      <dgm:prSet presAssocID="{3C9EAE74-CDA9-4461-8F4B-0ABBA677F6A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nda"/>
        </a:ext>
      </dgm:extLst>
    </dgm:pt>
    <dgm:pt modelId="{33048047-E705-4419-89EA-C940FC43DD95}" type="pres">
      <dgm:prSet presAssocID="{3C9EAE74-CDA9-4461-8F4B-0ABBA677F6AB}" presName="spaceRect" presStyleCnt="0"/>
      <dgm:spPr/>
    </dgm:pt>
    <dgm:pt modelId="{DEAF7294-DF82-48A8-8885-88524E5C0417}" type="pres">
      <dgm:prSet presAssocID="{3C9EAE74-CDA9-4461-8F4B-0ABBA677F6AB}" presName="parTx" presStyleLbl="revTx" presStyleIdx="0" presStyleCnt="3">
        <dgm:presLayoutVars>
          <dgm:chMax val="0"/>
          <dgm:chPref val="0"/>
        </dgm:presLayoutVars>
      </dgm:prSet>
      <dgm:spPr/>
    </dgm:pt>
    <dgm:pt modelId="{3C052FC8-914C-4191-BC8C-B9987C557A47}" type="pres">
      <dgm:prSet presAssocID="{48837F13-20E5-4EDA-B65F-DCD537CAA69B}" presName="sibTrans" presStyleCnt="0"/>
      <dgm:spPr/>
    </dgm:pt>
    <dgm:pt modelId="{9186E9C5-EE11-4791-AFA8-BC67578A8B6C}" type="pres">
      <dgm:prSet presAssocID="{3F9AE764-27E1-465C-8EA4-E3AA72745A90}" presName="compNode" presStyleCnt="0"/>
      <dgm:spPr/>
    </dgm:pt>
    <dgm:pt modelId="{9CBDD96E-3F4B-4FD5-8772-9115B2A84D7F}" type="pres">
      <dgm:prSet presAssocID="{3F9AE764-27E1-465C-8EA4-E3AA72745A90}" presName="bgRect" presStyleLbl="bgShp" presStyleIdx="1" presStyleCnt="3"/>
      <dgm:spPr/>
    </dgm:pt>
    <dgm:pt modelId="{D02306CD-78FE-4128-AB09-7BD0B047EFB6}" type="pres">
      <dgm:prSet presAssocID="{3F9AE764-27E1-465C-8EA4-E3AA72745A9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eo"/>
        </a:ext>
      </dgm:extLst>
    </dgm:pt>
    <dgm:pt modelId="{DAEE975B-66ED-40FE-BB8B-3FBAB843DEE1}" type="pres">
      <dgm:prSet presAssocID="{3F9AE764-27E1-465C-8EA4-E3AA72745A90}" presName="spaceRect" presStyleCnt="0"/>
      <dgm:spPr/>
    </dgm:pt>
    <dgm:pt modelId="{5C226787-A568-4F90-BDE9-7B779670A163}" type="pres">
      <dgm:prSet presAssocID="{3F9AE764-27E1-465C-8EA4-E3AA72745A90}" presName="parTx" presStyleLbl="revTx" presStyleIdx="1" presStyleCnt="3">
        <dgm:presLayoutVars>
          <dgm:chMax val="0"/>
          <dgm:chPref val="0"/>
        </dgm:presLayoutVars>
      </dgm:prSet>
      <dgm:spPr/>
    </dgm:pt>
    <dgm:pt modelId="{69965CD7-F322-4CE9-936E-01A47D2C0849}" type="pres">
      <dgm:prSet presAssocID="{C601FCB9-12BE-44F9-9976-D7725E90F667}" presName="sibTrans" presStyleCnt="0"/>
      <dgm:spPr/>
    </dgm:pt>
    <dgm:pt modelId="{1292179E-D5E8-478F-B3FE-0F3C023D71EB}" type="pres">
      <dgm:prSet presAssocID="{DCBE566E-1D17-4643-B0FF-A106BE3CA393}" presName="compNode" presStyleCnt="0"/>
      <dgm:spPr/>
    </dgm:pt>
    <dgm:pt modelId="{173A7E70-AB37-47F0-A055-212B9E732C69}" type="pres">
      <dgm:prSet presAssocID="{DCBE566E-1D17-4643-B0FF-A106BE3CA393}" presName="bgRect" presStyleLbl="bgShp" presStyleIdx="2" presStyleCnt="3"/>
      <dgm:spPr/>
    </dgm:pt>
    <dgm:pt modelId="{EFA86C68-AC10-4752-8AE2-269BA1EC1631}" type="pres">
      <dgm:prSet presAssocID="{DCBE566E-1D17-4643-B0FF-A106BE3CA39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dico"/>
        </a:ext>
      </dgm:extLst>
    </dgm:pt>
    <dgm:pt modelId="{B804DD2B-A7B7-4518-BA2E-6D0220551BD5}" type="pres">
      <dgm:prSet presAssocID="{DCBE566E-1D17-4643-B0FF-A106BE3CA393}" presName="spaceRect" presStyleCnt="0"/>
      <dgm:spPr/>
    </dgm:pt>
    <dgm:pt modelId="{AA908A49-9F25-4BF0-97F3-0F389C769582}" type="pres">
      <dgm:prSet presAssocID="{DCBE566E-1D17-4643-B0FF-A106BE3CA39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796480A-8410-4FA4-89CC-37F99100D446}" type="presOf" srcId="{4D5E8EAF-3477-46FE-A889-DE1136F38D7F}" destId="{38788D10-446B-40E3-B35E-11D653B91CF3}" srcOrd="0" destOrd="0" presId="urn:microsoft.com/office/officeart/2018/2/layout/IconVerticalSolidList"/>
    <dgm:cxn modelId="{4A9F812C-98DF-4FCE-8E7D-08A457F7DCA4}" srcId="{4D5E8EAF-3477-46FE-A889-DE1136F38D7F}" destId="{3F9AE764-27E1-465C-8EA4-E3AA72745A90}" srcOrd="1" destOrd="0" parTransId="{A60DAB1C-EC94-469E-B16E-62370BD8387D}" sibTransId="{C601FCB9-12BE-44F9-9976-D7725E90F667}"/>
    <dgm:cxn modelId="{B6261757-B092-4EF2-9E5C-B83E17FD5169}" type="presOf" srcId="{DCBE566E-1D17-4643-B0FF-A106BE3CA393}" destId="{AA908A49-9F25-4BF0-97F3-0F389C769582}" srcOrd="0" destOrd="0" presId="urn:microsoft.com/office/officeart/2018/2/layout/IconVerticalSolidList"/>
    <dgm:cxn modelId="{B35AE25E-5DFD-4A35-A863-7356FCA12FB7}" type="presOf" srcId="{3F9AE764-27E1-465C-8EA4-E3AA72745A90}" destId="{5C226787-A568-4F90-BDE9-7B779670A163}" srcOrd="0" destOrd="0" presId="urn:microsoft.com/office/officeart/2018/2/layout/IconVerticalSolidList"/>
    <dgm:cxn modelId="{8480196B-9B72-4A5D-80CA-726A9ABECF72}" type="presOf" srcId="{3C9EAE74-CDA9-4461-8F4B-0ABBA677F6AB}" destId="{DEAF7294-DF82-48A8-8885-88524E5C0417}" srcOrd="0" destOrd="0" presId="urn:microsoft.com/office/officeart/2018/2/layout/IconVerticalSolidList"/>
    <dgm:cxn modelId="{C126646B-54DA-44AF-9DED-8FD25A208D09}" srcId="{4D5E8EAF-3477-46FE-A889-DE1136F38D7F}" destId="{3C9EAE74-CDA9-4461-8F4B-0ABBA677F6AB}" srcOrd="0" destOrd="0" parTransId="{5A45D87F-3219-4DCA-98BC-23F2C20D5FAE}" sibTransId="{48837F13-20E5-4EDA-B65F-DCD537CAA69B}"/>
    <dgm:cxn modelId="{1FF061B6-47CE-4807-8A93-91D0956A6843}" srcId="{4D5E8EAF-3477-46FE-A889-DE1136F38D7F}" destId="{DCBE566E-1D17-4643-B0FF-A106BE3CA393}" srcOrd="2" destOrd="0" parTransId="{7C9567C1-9D07-4771-966B-E204F5B31BD1}" sibTransId="{6A8F277E-CD83-4204-A440-D921D58C6664}"/>
    <dgm:cxn modelId="{C098743D-0DEE-4B54-8613-8ADFC190B828}" type="presParOf" srcId="{38788D10-446B-40E3-B35E-11D653B91CF3}" destId="{45EF0FBC-9DFE-4F48-814F-7E5A01675E8D}" srcOrd="0" destOrd="0" presId="urn:microsoft.com/office/officeart/2018/2/layout/IconVerticalSolidList"/>
    <dgm:cxn modelId="{C9EFA174-98B8-4D74-AED6-F613AF3B8B37}" type="presParOf" srcId="{45EF0FBC-9DFE-4F48-814F-7E5A01675E8D}" destId="{7ED11A5D-1E43-4308-B955-490E6B603B4F}" srcOrd="0" destOrd="0" presId="urn:microsoft.com/office/officeart/2018/2/layout/IconVerticalSolidList"/>
    <dgm:cxn modelId="{9E02800C-ACB2-4190-A34B-255639347D44}" type="presParOf" srcId="{45EF0FBC-9DFE-4F48-814F-7E5A01675E8D}" destId="{904F2E7B-AB07-4B19-89DF-5A9DB0B79E3F}" srcOrd="1" destOrd="0" presId="urn:microsoft.com/office/officeart/2018/2/layout/IconVerticalSolidList"/>
    <dgm:cxn modelId="{D2ED5F25-AD10-426F-AF93-77BC3E5FAA5A}" type="presParOf" srcId="{45EF0FBC-9DFE-4F48-814F-7E5A01675E8D}" destId="{33048047-E705-4419-89EA-C940FC43DD95}" srcOrd="2" destOrd="0" presId="urn:microsoft.com/office/officeart/2018/2/layout/IconVerticalSolidList"/>
    <dgm:cxn modelId="{8EDB61EB-931E-4BEB-85F8-81EA27D09B03}" type="presParOf" srcId="{45EF0FBC-9DFE-4F48-814F-7E5A01675E8D}" destId="{DEAF7294-DF82-48A8-8885-88524E5C0417}" srcOrd="3" destOrd="0" presId="urn:microsoft.com/office/officeart/2018/2/layout/IconVerticalSolidList"/>
    <dgm:cxn modelId="{160E4EA6-B39C-4C15-A7F6-3BC131C12DC6}" type="presParOf" srcId="{38788D10-446B-40E3-B35E-11D653B91CF3}" destId="{3C052FC8-914C-4191-BC8C-B9987C557A47}" srcOrd="1" destOrd="0" presId="urn:microsoft.com/office/officeart/2018/2/layout/IconVerticalSolidList"/>
    <dgm:cxn modelId="{371C815D-C570-4C56-B57A-5927C72B1C59}" type="presParOf" srcId="{38788D10-446B-40E3-B35E-11D653B91CF3}" destId="{9186E9C5-EE11-4791-AFA8-BC67578A8B6C}" srcOrd="2" destOrd="0" presId="urn:microsoft.com/office/officeart/2018/2/layout/IconVerticalSolidList"/>
    <dgm:cxn modelId="{076B434C-9D90-4731-BFF6-7FC754183535}" type="presParOf" srcId="{9186E9C5-EE11-4791-AFA8-BC67578A8B6C}" destId="{9CBDD96E-3F4B-4FD5-8772-9115B2A84D7F}" srcOrd="0" destOrd="0" presId="urn:microsoft.com/office/officeart/2018/2/layout/IconVerticalSolidList"/>
    <dgm:cxn modelId="{2DDFB601-81C1-4AF0-AD14-E4BE7FF01993}" type="presParOf" srcId="{9186E9C5-EE11-4791-AFA8-BC67578A8B6C}" destId="{D02306CD-78FE-4128-AB09-7BD0B047EFB6}" srcOrd="1" destOrd="0" presId="urn:microsoft.com/office/officeart/2018/2/layout/IconVerticalSolidList"/>
    <dgm:cxn modelId="{3CCAF99E-FE0A-42B7-B2EC-883986F563D1}" type="presParOf" srcId="{9186E9C5-EE11-4791-AFA8-BC67578A8B6C}" destId="{DAEE975B-66ED-40FE-BB8B-3FBAB843DEE1}" srcOrd="2" destOrd="0" presId="urn:microsoft.com/office/officeart/2018/2/layout/IconVerticalSolidList"/>
    <dgm:cxn modelId="{DA375E3D-B61E-4EF0-A6EE-858FFF927AFD}" type="presParOf" srcId="{9186E9C5-EE11-4791-AFA8-BC67578A8B6C}" destId="{5C226787-A568-4F90-BDE9-7B779670A163}" srcOrd="3" destOrd="0" presId="urn:microsoft.com/office/officeart/2018/2/layout/IconVerticalSolidList"/>
    <dgm:cxn modelId="{B448FCC0-6E1A-4765-A689-81AA67663261}" type="presParOf" srcId="{38788D10-446B-40E3-B35E-11D653B91CF3}" destId="{69965CD7-F322-4CE9-936E-01A47D2C0849}" srcOrd="3" destOrd="0" presId="urn:microsoft.com/office/officeart/2018/2/layout/IconVerticalSolidList"/>
    <dgm:cxn modelId="{42B48D2A-4A16-4D79-958A-CE65B3E75529}" type="presParOf" srcId="{38788D10-446B-40E3-B35E-11D653B91CF3}" destId="{1292179E-D5E8-478F-B3FE-0F3C023D71EB}" srcOrd="4" destOrd="0" presId="urn:microsoft.com/office/officeart/2018/2/layout/IconVerticalSolidList"/>
    <dgm:cxn modelId="{3BE98930-5E4D-496D-AC01-8248C469585C}" type="presParOf" srcId="{1292179E-D5E8-478F-B3FE-0F3C023D71EB}" destId="{173A7E70-AB37-47F0-A055-212B9E732C69}" srcOrd="0" destOrd="0" presId="urn:microsoft.com/office/officeart/2018/2/layout/IconVerticalSolidList"/>
    <dgm:cxn modelId="{7C507AA6-B579-43CE-AF0E-251ABDCB56C3}" type="presParOf" srcId="{1292179E-D5E8-478F-B3FE-0F3C023D71EB}" destId="{EFA86C68-AC10-4752-8AE2-269BA1EC1631}" srcOrd="1" destOrd="0" presId="urn:microsoft.com/office/officeart/2018/2/layout/IconVerticalSolidList"/>
    <dgm:cxn modelId="{2D4AB6B0-9D52-4E8D-B3BA-6728F190BEF9}" type="presParOf" srcId="{1292179E-D5E8-478F-B3FE-0F3C023D71EB}" destId="{B804DD2B-A7B7-4518-BA2E-6D0220551BD5}" srcOrd="2" destOrd="0" presId="urn:microsoft.com/office/officeart/2018/2/layout/IconVerticalSolidList"/>
    <dgm:cxn modelId="{81503585-8BDE-4B17-94C1-DEBBDB8558E7}" type="presParOf" srcId="{1292179E-D5E8-478F-B3FE-0F3C023D71EB}" destId="{AA908A49-9F25-4BF0-97F3-0F389C7695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C1445-4B51-4CDD-96C8-49228DBACB9B}">
      <dsp:nvSpPr>
        <dsp:cNvPr id="0" name=""/>
        <dsp:cNvSpPr/>
      </dsp:nvSpPr>
      <dsp:spPr>
        <a:xfrm>
          <a:off x="1256902" y="1527"/>
          <a:ext cx="1072265" cy="10722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105238-8731-4FEE-9B20-5AD1334E954F}">
      <dsp:nvSpPr>
        <dsp:cNvPr id="0" name=""/>
        <dsp:cNvSpPr/>
      </dsp:nvSpPr>
      <dsp:spPr>
        <a:xfrm>
          <a:off x="1485417" y="230042"/>
          <a:ext cx="615234" cy="6152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ABF06-6999-4897-9A17-A8EADE1FCDBA}">
      <dsp:nvSpPr>
        <dsp:cNvPr id="0" name=""/>
        <dsp:cNvSpPr/>
      </dsp:nvSpPr>
      <dsp:spPr>
        <a:xfrm>
          <a:off x="914128" y="1407777"/>
          <a:ext cx="1757812" cy="85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1100" kern="1200"/>
            <a:t>Procesamiento (El Motor Evolutivo - DEAP):</a:t>
          </a:r>
          <a:endParaRPr lang="en-US" sz="1100" kern="1200"/>
        </a:p>
      </dsp:txBody>
      <dsp:txXfrm>
        <a:off x="914128" y="1407777"/>
        <a:ext cx="1757812" cy="856933"/>
      </dsp:txXfrm>
    </dsp:sp>
    <dsp:sp modelId="{99C7686B-988B-4E1D-A58D-2CF764474918}">
      <dsp:nvSpPr>
        <dsp:cNvPr id="0" name=""/>
        <dsp:cNvSpPr/>
      </dsp:nvSpPr>
      <dsp:spPr>
        <a:xfrm>
          <a:off x="3322332" y="1527"/>
          <a:ext cx="1072265" cy="107226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F3C7D4-20E4-42F9-B4BA-455A79B5B3D5}">
      <dsp:nvSpPr>
        <dsp:cNvPr id="0" name=""/>
        <dsp:cNvSpPr/>
      </dsp:nvSpPr>
      <dsp:spPr>
        <a:xfrm>
          <a:off x="3550847" y="230042"/>
          <a:ext cx="615234" cy="6152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C7C34-4057-41F1-9E94-BE81484BFEFD}">
      <dsp:nvSpPr>
        <dsp:cNvPr id="0" name=""/>
        <dsp:cNvSpPr/>
      </dsp:nvSpPr>
      <dsp:spPr>
        <a:xfrm>
          <a:off x="2979558" y="1407777"/>
          <a:ext cx="1757812" cy="85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1100" kern="1200"/>
            <a:t>Individuo: Es un conjunto de reglas (ej. "SI tiene fiebre Y tos, ENTONCES es Influenza").</a:t>
          </a:r>
          <a:endParaRPr lang="en-US" sz="1100" kern="1200"/>
        </a:p>
      </dsp:txBody>
      <dsp:txXfrm>
        <a:off x="2979558" y="1407777"/>
        <a:ext cx="1757812" cy="856933"/>
      </dsp:txXfrm>
    </dsp:sp>
    <dsp:sp modelId="{E3174AC7-8414-45B0-991E-68E7FD74E6FC}">
      <dsp:nvSpPr>
        <dsp:cNvPr id="0" name=""/>
        <dsp:cNvSpPr/>
      </dsp:nvSpPr>
      <dsp:spPr>
        <a:xfrm>
          <a:off x="1256902" y="2704164"/>
          <a:ext cx="1072265" cy="107226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CF8161-1AEE-44AC-81C4-B7E2032B1EB3}">
      <dsp:nvSpPr>
        <dsp:cNvPr id="0" name=""/>
        <dsp:cNvSpPr/>
      </dsp:nvSpPr>
      <dsp:spPr>
        <a:xfrm>
          <a:off x="1485417" y="2932679"/>
          <a:ext cx="615234" cy="6152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0A48F-4561-438B-B504-060952F55A74}">
      <dsp:nvSpPr>
        <dsp:cNvPr id="0" name=""/>
        <dsp:cNvSpPr/>
      </dsp:nvSpPr>
      <dsp:spPr>
        <a:xfrm>
          <a:off x="914128" y="4110414"/>
          <a:ext cx="1757812" cy="85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1100" kern="1200"/>
            <a:t>Población: 60 conjuntos de reglas diferentes compitiendo entre sí.</a:t>
          </a:r>
          <a:endParaRPr lang="en-US" sz="1100" kern="1200"/>
        </a:p>
      </dsp:txBody>
      <dsp:txXfrm>
        <a:off x="914128" y="4110414"/>
        <a:ext cx="1757812" cy="856933"/>
      </dsp:txXfrm>
    </dsp:sp>
    <dsp:sp modelId="{75085F0E-57D6-45AD-ADBB-F34FFA4E1298}">
      <dsp:nvSpPr>
        <dsp:cNvPr id="0" name=""/>
        <dsp:cNvSpPr/>
      </dsp:nvSpPr>
      <dsp:spPr>
        <a:xfrm>
          <a:off x="3322332" y="2704164"/>
          <a:ext cx="1072265" cy="107226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B35C0-98E9-46EB-AFC4-7A91AAA89859}">
      <dsp:nvSpPr>
        <dsp:cNvPr id="0" name=""/>
        <dsp:cNvSpPr/>
      </dsp:nvSpPr>
      <dsp:spPr>
        <a:xfrm>
          <a:off x="3550847" y="2932679"/>
          <a:ext cx="615234" cy="6152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16F08-417E-407F-B468-12670172CB6C}">
      <dsp:nvSpPr>
        <dsp:cNvPr id="0" name=""/>
        <dsp:cNvSpPr/>
      </dsp:nvSpPr>
      <dsp:spPr>
        <a:xfrm>
          <a:off x="2979558" y="4110414"/>
          <a:ext cx="1757812" cy="856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1100" kern="1200"/>
            <a:t>Evaluación (Fitness): Se mide cuántas enfermedades del dataset adivina correctamente cada individuo.</a:t>
          </a:r>
          <a:endParaRPr lang="en-US" sz="1100" kern="1200"/>
        </a:p>
      </dsp:txBody>
      <dsp:txXfrm>
        <a:off x="2979558" y="4110414"/>
        <a:ext cx="1757812" cy="8569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D11A5D-1E43-4308-B955-490E6B603B4F}">
      <dsp:nvSpPr>
        <dsp:cNvPr id="0" name=""/>
        <dsp:cNvSpPr/>
      </dsp:nvSpPr>
      <dsp:spPr>
        <a:xfrm>
          <a:off x="0" y="644"/>
          <a:ext cx="6151562" cy="15073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4F2E7B-AB07-4B19-89DF-5A9DB0B79E3F}">
      <dsp:nvSpPr>
        <dsp:cNvPr id="0" name=""/>
        <dsp:cNvSpPr/>
      </dsp:nvSpPr>
      <dsp:spPr>
        <a:xfrm>
          <a:off x="455959" y="339787"/>
          <a:ext cx="829016" cy="8290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F7294-DF82-48A8-8885-88524E5C0417}">
      <dsp:nvSpPr>
        <dsp:cNvPr id="0" name=""/>
        <dsp:cNvSpPr/>
      </dsp:nvSpPr>
      <dsp:spPr>
        <a:xfrm>
          <a:off x="1740935" y="644"/>
          <a:ext cx="4410627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kern="1200"/>
            <a:t>Salida:</a:t>
          </a:r>
          <a:endParaRPr lang="en-US" sz="2500" kern="1200"/>
        </a:p>
      </dsp:txBody>
      <dsp:txXfrm>
        <a:off x="1740935" y="644"/>
        <a:ext cx="4410627" cy="1507303"/>
      </dsp:txXfrm>
    </dsp:sp>
    <dsp:sp modelId="{9CBDD96E-3F4B-4FD5-8772-9115B2A84D7F}">
      <dsp:nvSpPr>
        <dsp:cNvPr id="0" name=""/>
        <dsp:cNvSpPr/>
      </dsp:nvSpPr>
      <dsp:spPr>
        <a:xfrm>
          <a:off x="0" y="1884773"/>
          <a:ext cx="6151562" cy="15073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2306CD-78FE-4128-AB09-7BD0B047EFB6}">
      <dsp:nvSpPr>
        <dsp:cNvPr id="0" name=""/>
        <dsp:cNvSpPr/>
      </dsp:nvSpPr>
      <dsp:spPr>
        <a:xfrm>
          <a:off x="455959" y="2223916"/>
          <a:ext cx="829016" cy="8290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226787-A568-4F90-BDE9-7B779670A163}">
      <dsp:nvSpPr>
        <dsp:cNvPr id="0" name=""/>
        <dsp:cNvSpPr/>
      </dsp:nvSpPr>
      <dsp:spPr>
        <a:xfrm>
          <a:off x="1740935" y="1884773"/>
          <a:ext cx="4410627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kern="1200"/>
            <a:t>Mejor Individuo: El conjunto de reglas con la mayor precisión final.</a:t>
          </a:r>
          <a:endParaRPr lang="en-US" sz="2500" kern="1200"/>
        </a:p>
      </dsp:txBody>
      <dsp:txXfrm>
        <a:off x="1740935" y="1884773"/>
        <a:ext cx="4410627" cy="1507303"/>
      </dsp:txXfrm>
    </dsp:sp>
    <dsp:sp modelId="{173A7E70-AB37-47F0-A055-212B9E732C69}">
      <dsp:nvSpPr>
        <dsp:cNvPr id="0" name=""/>
        <dsp:cNvSpPr/>
      </dsp:nvSpPr>
      <dsp:spPr>
        <a:xfrm>
          <a:off x="0" y="3768902"/>
          <a:ext cx="6151562" cy="15073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86C68-AC10-4752-8AE2-269BA1EC1631}">
      <dsp:nvSpPr>
        <dsp:cNvPr id="0" name=""/>
        <dsp:cNvSpPr/>
      </dsp:nvSpPr>
      <dsp:spPr>
        <a:xfrm>
          <a:off x="455959" y="4108045"/>
          <a:ext cx="829016" cy="8290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08A49-9F25-4BF0-97F3-0F389C769582}">
      <dsp:nvSpPr>
        <dsp:cNvPr id="0" name=""/>
        <dsp:cNvSpPr/>
      </dsp:nvSpPr>
      <dsp:spPr>
        <a:xfrm>
          <a:off x="1740935" y="3768902"/>
          <a:ext cx="4410627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kern="1200"/>
            <a:t>Predicción: El sistema recibe síntomas nuevos y aplica sus reglas para dar un diagnóstico.</a:t>
          </a:r>
          <a:endParaRPr lang="en-US" sz="2500" kern="1200"/>
        </a:p>
      </dsp:txBody>
      <dsp:txXfrm>
        <a:off x="1740935" y="3768902"/>
        <a:ext cx="4410627" cy="15073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37964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25293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77219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075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1436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839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EC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2923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EC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7977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3901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360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A5125F7-79A3-374E-A3EC-8C4218F95808}" type="datetimeFigureOut">
              <a:rPr lang="es-EC" smtClean="0"/>
              <a:t>2/5/26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A4D7012-5D75-F741-A65D-44D31F93018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86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D974D0E-3910-1F56-E8F9-B08984779BE9}"/>
              </a:ext>
            </a:extLst>
          </p:cNvPr>
          <p:cNvSpPr txBox="1"/>
          <p:nvPr/>
        </p:nvSpPr>
        <p:spPr>
          <a:xfrm>
            <a:off x="1447800" y="1720840"/>
            <a:ext cx="85217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C" b="1" dirty="0"/>
              <a:t>Mapa Conceptual: Sistema de Aprendizaje Basado en Reglas (RBML)</a:t>
            </a:r>
          </a:p>
          <a:p>
            <a:pPr>
              <a:buNone/>
            </a:pPr>
            <a:r>
              <a:rPr lang="es-EC" dirty="0"/>
              <a:t>El objetivo del programa es que la computadora "aprenda" sola a diagnosticar enfermedades creando sus propias reglas lógicas.</a:t>
            </a:r>
          </a:p>
          <a:p>
            <a:pPr>
              <a:buFont typeface="+mj-lt"/>
              <a:buAutoNum type="arabicPeriod"/>
            </a:pPr>
            <a:r>
              <a:rPr lang="es-EC" b="1" dirty="0"/>
              <a:t>Entradas (El ADN del sistema):</a:t>
            </a:r>
            <a:endParaRPr lang="es-EC" dirty="0"/>
          </a:p>
          <a:p>
            <a:pPr marL="742950" lvl="1" indent="-285750">
              <a:buFont typeface="+mj-lt"/>
              <a:buAutoNum type="arabicPeriod"/>
            </a:pPr>
            <a:r>
              <a:rPr lang="es-EC" b="1" dirty="0"/>
              <a:t>Síntomas (Keywords):</a:t>
            </a:r>
            <a:r>
              <a:rPr lang="es-EC" dirty="0"/>
              <a:t> Palabras como 'fiebre', 'tos', 'dolor de cabeza'.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C" b="1" dirty="0"/>
              <a:t>Diagnósticos (Clases):</a:t>
            </a:r>
            <a:r>
              <a:rPr lang="es-EC" dirty="0"/>
              <a:t> Etiquetas como 'Influenza', 'Migraña', 'Bronquitis'.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C" b="1" dirty="0"/>
              <a:t>Dataset:</a:t>
            </a:r>
            <a:r>
              <a:rPr lang="es-EC" dirty="0"/>
              <a:t> Ejemplos reales que sirven para "entrenar" y corregir a la IA.</a:t>
            </a:r>
          </a:p>
        </p:txBody>
      </p:sp>
    </p:spTree>
    <p:extLst>
      <p:ext uri="{BB962C8B-B14F-4D97-AF65-F5344CB8AC3E}">
        <p14:creationId xmlns:p14="http://schemas.microsoft.com/office/powerpoint/2010/main" val="3015357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uadroTexto 4">
            <a:extLst>
              <a:ext uri="{FF2B5EF4-FFF2-40B4-BE49-F238E27FC236}">
                <a16:creationId xmlns:a16="http://schemas.microsoft.com/office/drawing/2014/main" id="{C0E5A3D5-0050-45A0-2E3D-3C103B045D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8583040"/>
              </p:ext>
            </p:extLst>
          </p:nvPr>
        </p:nvGraphicFramePr>
        <p:xfrm>
          <a:off x="920750" y="965200"/>
          <a:ext cx="5651500" cy="496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1504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CC9F60-B6B6-6C59-1C16-B7DAEA8042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97" r="38303"/>
          <a:stretch>
            <a:fillRect/>
          </a:stretch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98884F9-BB86-1008-CD78-E4DB9D7F60ED}"/>
              </a:ext>
            </a:extLst>
          </p:cNvPr>
          <p:cNvSpPr txBox="1"/>
          <p:nvPr/>
        </p:nvSpPr>
        <p:spPr>
          <a:xfrm>
            <a:off x="5445496" y="2640692"/>
            <a:ext cx="5925310" cy="3255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Operadores de Cambio (Evolución):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Selección (Torneo): Los mejores conjuntos de reglas "sobreviven" y se eligen para la siguiente ronda.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Mutación (El motor principal): Al azar, se añaden o quitan síntomas a una regla, se cambia el diagnóstico o se crea una regla nueva.</a:t>
            </a:r>
          </a:p>
        </p:txBody>
      </p:sp>
    </p:spTree>
    <p:extLst>
      <p:ext uri="{BB962C8B-B14F-4D97-AF65-F5344CB8AC3E}">
        <p14:creationId xmlns:p14="http://schemas.microsoft.com/office/powerpoint/2010/main" val="4214756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uadroTexto 4">
            <a:extLst>
              <a:ext uri="{FF2B5EF4-FFF2-40B4-BE49-F238E27FC236}">
                <a16:creationId xmlns:a16="http://schemas.microsoft.com/office/drawing/2014/main" id="{A136C240-F770-464D-1611-1E7415BA04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3520425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0762062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9</TotalTime>
  <Words>223</Words>
  <Application>Microsoft Macintosh PowerPoint</Application>
  <PresentationFormat>Panorámica</PresentationFormat>
  <Paragraphs>16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Paquete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Vega Salazar Iván Fernando</dc:creator>
  <cp:lastModifiedBy>Vega Salazar Iván Fernando</cp:lastModifiedBy>
  <cp:revision>1</cp:revision>
  <dcterms:created xsi:type="dcterms:W3CDTF">2026-05-02T14:01:24Z</dcterms:created>
  <dcterms:modified xsi:type="dcterms:W3CDTF">2026-05-02T14:11:13Z</dcterms:modified>
</cp:coreProperties>
</file>
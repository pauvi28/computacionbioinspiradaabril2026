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Lst>
  <p:sldIdLst>
    <p:sldId id="269" r:id="rId2"/>
    <p:sldId id="271" r:id="rId3"/>
    <p:sldId id="272" r:id="rId4"/>
    <p:sldId id="274" r:id="rId5"/>
    <p:sldId id="270" r:id="rId6"/>
    <p:sldId id="273" r:id="rId7"/>
  </p:sldIdLst>
  <p:sldSz cx="20104100" cy="11309350"/>
  <p:notesSz cx="20104100" cy="113093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9" d="100"/>
          <a:sy n="49" d="100"/>
        </p:scale>
        <p:origin x="76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3986818" y="1323050"/>
            <a:ext cx="14242173" cy="4191008"/>
          </a:xfrm>
        </p:spPr>
        <p:txBody>
          <a:bodyPr bIns="0" anchor="b">
            <a:normAutofit/>
          </a:bodyPr>
          <a:lstStyle>
            <a:lvl1pPr algn="l">
              <a:defRPr sz="10883"/>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86818" y="5823218"/>
            <a:ext cx="14242172" cy="1612169"/>
          </a:xfrm>
        </p:spPr>
        <p:txBody>
          <a:bodyPr tIns="91440" bIns="91440">
            <a:normAutofit/>
          </a:bodyPr>
          <a:lstStyle>
            <a:lvl1pPr marL="0" indent="0" algn="l">
              <a:buNone/>
              <a:defRPr sz="2968" b="0" cap="all" baseline="0">
                <a:solidFill>
                  <a:schemeClr val="tx1"/>
                </a:solidFill>
              </a:defRPr>
            </a:lvl1pPr>
            <a:lvl2pPr marL="753923" indent="0" algn="ctr">
              <a:buNone/>
              <a:defRPr sz="296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5/2/2026</a:t>
            </a:fld>
            <a:endParaRPr lang="en-US"/>
          </a:p>
        </p:txBody>
      </p:sp>
      <p:sp>
        <p:nvSpPr>
          <p:cNvPr id="5" name="Footer Placeholder 4"/>
          <p:cNvSpPr>
            <a:spLocks noGrp="1"/>
          </p:cNvSpPr>
          <p:nvPr>
            <p:ph type="ftr" sz="quarter" idx="11"/>
          </p:nvPr>
        </p:nvSpPr>
        <p:spPr>
          <a:xfrm>
            <a:off x="3984708" y="543053"/>
            <a:ext cx="8201779" cy="509895"/>
          </a:xfrm>
        </p:spPr>
        <p:txBody>
          <a:bodyPr/>
          <a:lstStyle/>
          <a:p>
            <a:endParaRPr lang="es-MX"/>
          </a:p>
        </p:txBody>
      </p:sp>
      <p:sp>
        <p:nvSpPr>
          <p:cNvPr id="6" name="Slide Number Placeholder 5"/>
          <p:cNvSpPr>
            <a:spLocks noGrp="1"/>
          </p:cNvSpPr>
          <p:nvPr>
            <p:ph type="sldNum" sz="quarter" idx="12"/>
          </p:nvPr>
        </p:nvSpPr>
        <p:spPr>
          <a:xfrm>
            <a:off x="2370649" y="1317566"/>
            <a:ext cx="1337337" cy="830437"/>
          </a:xfrm>
        </p:spPr>
        <p:txBody>
          <a:bodyPr/>
          <a:lstStyle/>
          <a:p>
            <a:fld id="{B6F15528-21DE-4FAA-801E-634DDDAF4B2B}" type="slidenum">
              <a:rPr lang="es-MX" smtClean="0"/>
              <a:t>‹Nº›</a:t>
            </a:fld>
            <a:endParaRPr lang="es-MX"/>
          </a:p>
        </p:txBody>
      </p:sp>
      <p:cxnSp>
        <p:nvCxnSpPr>
          <p:cNvPr id="15" name="Straight Connector 14"/>
          <p:cNvCxnSpPr/>
          <p:nvPr/>
        </p:nvCxnSpPr>
        <p:spPr>
          <a:xfrm>
            <a:off x="3986818" y="5818827"/>
            <a:ext cx="142421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9312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6F15528-21DE-4FAA-801E-634DDDAF4B2B}" type="slidenum">
              <a:rPr lang="es-MX" smtClean="0"/>
              <a:t>‹Nº›</a:t>
            </a:fld>
            <a:endParaRPr lang="es-MX"/>
          </a:p>
        </p:txBody>
      </p:sp>
      <p:cxnSp>
        <p:nvCxnSpPr>
          <p:cNvPr id="33" name="Straight Connector 32"/>
          <p:cNvCxnSpPr/>
          <p:nvPr/>
        </p:nvCxnSpPr>
        <p:spPr>
          <a:xfrm>
            <a:off x="2397414" y="3045985"/>
            <a:ext cx="1584240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4813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397979" y="2895989"/>
            <a:ext cx="14252201" cy="3113369"/>
          </a:xfrm>
        </p:spPr>
        <p:txBody>
          <a:bodyPr anchor="b">
            <a:normAutofit/>
          </a:bodyPr>
          <a:lstStyle>
            <a:lvl1pPr algn="l">
              <a:defRPr sz="5936"/>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397979" y="6276698"/>
            <a:ext cx="14231246" cy="1670395"/>
          </a:xfrm>
        </p:spPr>
        <p:txBody>
          <a:bodyPr tIns="91440">
            <a:normAutofit/>
          </a:bodyPr>
          <a:lstStyle>
            <a:lvl1pPr marL="0" indent="0" algn="l">
              <a:buNone/>
              <a:defRPr sz="2968">
                <a:solidFill>
                  <a:schemeClr val="tx1"/>
                </a:solidFill>
              </a:defRPr>
            </a:lvl1pPr>
            <a:lvl2pPr marL="753923" indent="0">
              <a:buNone/>
              <a:defRPr sz="296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6F15528-21DE-4FAA-801E-634DDDAF4B2B}" type="slidenum">
              <a:rPr lang="es-MX" smtClean="0"/>
              <a:t>‹Nº›</a:t>
            </a:fld>
            <a:endParaRPr lang="es-MX"/>
          </a:p>
        </p:txBody>
      </p:sp>
      <p:cxnSp>
        <p:nvCxnSpPr>
          <p:cNvPr id="15" name="Straight Connector 14"/>
          <p:cNvCxnSpPr/>
          <p:nvPr/>
        </p:nvCxnSpPr>
        <p:spPr>
          <a:xfrm>
            <a:off x="2397979" y="6274702"/>
            <a:ext cx="142312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6768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2389699" y="1327323"/>
            <a:ext cx="15839292" cy="174687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386589" y="3316087"/>
            <a:ext cx="7659662" cy="56869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576041" y="3326748"/>
            <a:ext cx="7659662" cy="567532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6F15528-21DE-4FAA-801E-634DDDAF4B2B}" type="slidenum">
              <a:rPr lang="es-MX" smtClean="0"/>
              <a:t>‹Nº›</a:t>
            </a:fld>
            <a:endParaRPr lang="es-MX"/>
          </a:p>
        </p:txBody>
      </p:sp>
      <p:cxnSp>
        <p:nvCxnSpPr>
          <p:cNvPr id="35" name="Straight Connector 34"/>
          <p:cNvCxnSpPr/>
          <p:nvPr/>
        </p:nvCxnSpPr>
        <p:spPr>
          <a:xfrm>
            <a:off x="2397414" y="3045985"/>
            <a:ext cx="1584240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0085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386358" y="1326125"/>
            <a:ext cx="15842633" cy="174194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386358" y="3330387"/>
            <a:ext cx="7659662" cy="1322463"/>
          </a:xfrm>
        </p:spPr>
        <p:txBody>
          <a:bodyPr anchor="b">
            <a:normAutofit/>
          </a:bodyPr>
          <a:lstStyle>
            <a:lvl1pPr marL="0" indent="0">
              <a:lnSpc>
                <a:spcPct val="100000"/>
              </a:lnSpc>
              <a:buNone/>
              <a:defRPr sz="3628" b="0" cap="all" baseline="0">
                <a:solidFill>
                  <a:schemeClr val="accent1"/>
                </a:solidFill>
              </a:defRPr>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4" name="Content Placeholder 3"/>
          <p:cNvSpPr>
            <a:spLocks noGrp="1"/>
          </p:cNvSpPr>
          <p:nvPr>
            <p:ph sz="half" idx="2"/>
          </p:nvPr>
        </p:nvSpPr>
        <p:spPr>
          <a:xfrm>
            <a:off x="2386358" y="4657430"/>
            <a:ext cx="7659662" cy="43609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573718" y="3336083"/>
            <a:ext cx="7659662" cy="1322948"/>
          </a:xfrm>
        </p:spPr>
        <p:txBody>
          <a:bodyPr anchor="b">
            <a:normAutofit/>
          </a:bodyPr>
          <a:lstStyle>
            <a:lvl1pPr marL="0" indent="0">
              <a:lnSpc>
                <a:spcPct val="100000"/>
              </a:lnSpc>
              <a:buNone/>
              <a:defRPr sz="3628" b="0" cap="all" baseline="0">
                <a:solidFill>
                  <a:schemeClr val="accent1"/>
                </a:solidFill>
              </a:defRPr>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6" name="Content Placeholder 5"/>
          <p:cNvSpPr>
            <a:spLocks noGrp="1"/>
          </p:cNvSpPr>
          <p:nvPr>
            <p:ph sz="quarter" idx="4"/>
          </p:nvPr>
        </p:nvSpPr>
        <p:spPr>
          <a:xfrm>
            <a:off x="10573718" y="4652849"/>
            <a:ext cx="7659662" cy="434922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6F15528-21DE-4FAA-801E-634DDDAF4B2B}" type="slidenum">
              <a:rPr lang="es-MX" smtClean="0"/>
              <a:t>‹Nº›</a:t>
            </a:fld>
            <a:endParaRPr lang="es-MX"/>
          </a:p>
        </p:txBody>
      </p:sp>
      <p:cxnSp>
        <p:nvCxnSpPr>
          <p:cNvPr id="29" name="Straight Connector 28"/>
          <p:cNvCxnSpPr/>
          <p:nvPr/>
        </p:nvCxnSpPr>
        <p:spPr>
          <a:xfrm>
            <a:off x="2397414" y="3045985"/>
            <a:ext cx="1584240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392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B6F15528-21DE-4FAA-801E-634DDDAF4B2B}" type="slidenum">
              <a:rPr lang="es-MX" smtClean="0"/>
              <a:t>‹Nº›</a:t>
            </a:fld>
            <a:endParaRPr lang="es-MX"/>
          </a:p>
        </p:txBody>
      </p:sp>
      <p:cxnSp>
        <p:nvCxnSpPr>
          <p:cNvPr id="25" name="Straight Connector 24"/>
          <p:cNvCxnSpPr/>
          <p:nvPr/>
        </p:nvCxnSpPr>
        <p:spPr>
          <a:xfrm>
            <a:off x="2397414" y="3045985"/>
            <a:ext cx="1584240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6615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B6F15528-21DE-4FAA-801E-634DDDAF4B2B}" type="slidenum">
              <a:rPr lang="es-MX" smtClean="0"/>
              <a:t>‹Nº›</a:t>
            </a:fld>
            <a:endParaRPr lang="es-MX"/>
          </a:p>
        </p:txBody>
      </p:sp>
    </p:spTree>
    <p:extLst>
      <p:ext uri="{BB962C8B-B14F-4D97-AF65-F5344CB8AC3E}">
        <p14:creationId xmlns:p14="http://schemas.microsoft.com/office/powerpoint/2010/main" val="1426983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382203" y="1317567"/>
            <a:ext cx="5397204" cy="3705662"/>
          </a:xfrm>
        </p:spPr>
        <p:txBody>
          <a:bodyPr anchor="b">
            <a:normAutofit/>
          </a:bodyPr>
          <a:lstStyle>
            <a:lvl1pPr algn="l">
              <a:defRPr sz="3958"/>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16874" y="1317567"/>
            <a:ext cx="9914313" cy="7682749"/>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382203" y="5286093"/>
            <a:ext cx="5400360" cy="3707417"/>
          </a:xfrm>
        </p:spPr>
        <p:txBody>
          <a:bodyPr/>
          <a:lstStyle>
            <a:lvl1pPr marL="0" indent="0" algn="l">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6F15528-21DE-4FAA-801E-634DDDAF4B2B}" type="slidenum">
              <a:rPr lang="es-MX" smtClean="0"/>
              <a:t>‹Nº›</a:t>
            </a:fld>
            <a:endParaRPr lang="es-MX"/>
          </a:p>
        </p:txBody>
      </p:sp>
      <p:cxnSp>
        <p:nvCxnSpPr>
          <p:cNvPr id="17" name="Straight Connector 16"/>
          <p:cNvCxnSpPr/>
          <p:nvPr/>
        </p:nvCxnSpPr>
        <p:spPr>
          <a:xfrm>
            <a:off x="2388153" y="5286092"/>
            <a:ext cx="539125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00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12329901" y="795135"/>
            <a:ext cx="6718735" cy="8491249"/>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392978" y="1862650"/>
            <a:ext cx="9122578" cy="3018769"/>
          </a:xfrm>
        </p:spPr>
        <p:txBody>
          <a:bodyPr anchor="b">
            <a:normAutofit/>
          </a:bodyPr>
          <a:lstStyle>
            <a:lvl1pPr>
              <a:defRPr sz="527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396780" y="1851156"/>
            <a:ext cx="4602525" cy="6375860"/>
          </a:xfrm>
          <a:solidFill>
            <a:schemeClr val="bg1">
              <a:lumMod val="85000"/>
            </a:schemeClr>
          </a:solidFill>
          <a:ln w="9525" cap="sq">
            <a:noFill/>
            <a:miter lim="800000"/>
          </a:ln>
          <a:effectLst/>
        </p:spPr>
        <p:txBody>
          <a:bodyPr anchor="t"/>
          <a:lstStyle>
            <a:lvl1pPr marL="0" indent="0" algn="ctr">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391532" y="5187974"/>
            <a:ext cx="9109512" cy="3304319"/>
          </a:xfrm>
        </p:spPr>
        <p:txBody>
          <a:bodyPr>
            <a:normAutofit/>
          </a:bodyPr>
          <a:lstStyle>
            <a:lvl1pPr marL="0" indent="0" algn="l">
              <a:buNone/>
              <a:defRPr sz="296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a:xfrm>
            <a:off x="2386674" y="9020198"/>
            <a:ext cx="9114371" cy="527907"/>
          </a:xfrm>
        </p:spPr>
        <p:txBody>
          <a:bodyPr/>
          <a:lstStyle>
            <a:lvl1pPr algn="l">
              <a:defRPr/>
            </a:lvl1pPr>
          </a:lstStyle>
          <a:p>
            <a:fld id="{1D8BD707-D9CF-40AE-B4C6-C98DA3205C09}" type="datetimeFigureOut">
              <a:rPr lang="en-US" smtClean="0"/>
              <a:t>5/2/2026</a:t>
            </a:fld>
            <a:endParaRPr lang="en-US"/>
          </a:p>
        </p:txBody>
      </p:sp>
      <p:sp>
        <p:nvSpPr>
          <p:cNvPr id="6" name="Footer Placeholder 5"/>
          <p:cNvSpPr>
            <a:spLocks noGrp="1"/>
          </p:cNvSpPr>
          <p:nvPr>
            <p:ph type="ftr" sz="quarter" idx="11"/>
          </p:nvPr>
        </p:nvSpPr>
        <p:spPr>
          <a:xfrm>
            <a:off x="2386672" y="525462"/>
            <a:ext cx="9136885" cy="529239"/>
          </a:xfrm>
        </p:spPr>
        <p:txBody>
          <a:bodyPr/>
          <a:lstStyle/>
          <a:p>
            <a:endParaRPr lang="es-MX"/>
          </a:p>
        </p:txBody>
      </p:sp>
      <p:sp>
        <p:nvSpPr>
          <p:cNvPr id="7" name="Slide Number Placeholder 6"/>
          <p:cNvSpPr>
            <a:spLocks noGrp="1"/>
          </p:cNvSpPr>
          <p:nvPr>
            <p:ph type="sldNum" sz="quarter" idx="12"/>
          </p:nvPr>
        </p:nvSpPr>
        <p:spPr/>
        <p:txBody>
          <a:bodyPr/>
          <a:lstStyle/>
          <a:p>
            <a:fld id="{B6F15528-21DE-4FAA-801E-634DDDAF4B2B}" type="slidenum">
              <a:rPr lang="es-MX" smtClean="0"/>
              <a:t>‹Nº›</a:t>
            </a:fld>
            <a:endParaRPr lang="es-MX"/>
          </a:p>
        </p:txBody>
      </p:sp>
      <p:cxnSp>
        <p:nvCxnSpPr>
          <p:cNvPr id="31" name="Straight Connector 30"/>
          <p:cNvCxnSpPr/>
          <p:nvPr/>
        </p:nvCxnSpPr>
        <p:spPr>
          <a:xfrm>
            <a:off x="2386674" y="5184038"/>
            <a:ext cx="911437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7579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6F15528-21DE-4FAA-801E-634DDDAF4B2B}" type="slidenum">
              <a:rPr lang="es-MX" smtClean="0"/>
              <a:t>‹Nº›</a:t>
            </a:fld>
            <a:endParaRPr lang="es-MX"/>
          </a:p>
        </p:txBody>
      </p:sp>
      <p:cxnSp>
        <p:nvCxnSpPr>
          <p:cNvPr id="26" name="Straight Connector 25"/>
          <p:cNvCxnSpPr/>
          <p:nvPr/>
        </p:nvCxnSpPr>
        <p:spPr>
          <a:xfrm>
            <a:off x="2397414" y="3045985"/>
            <a:ext cx="1584240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961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64701" y="1317567"/>
            <a:ext cx="2664291" cy="7684502"/>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382204" y="1317567"/>
            <a:ext cx="12909414" cy="768450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6F15528-21DE-4FAA-801E-634DDDAF4B2B}" type="slidenum">
              <a:rPr lang="es-MX" smtClean="0"/>
              <a:t>‹Nº›</a:t>
            </a:fld>
            <a:endParaRPr lang="es-MX"/>
          </a:p>
        </p:txBody>
      </p:sp>
      <p:cxnSp>
        <p:nvCxnSpPr>
          <p:cNvPr id="15" name="Straight Connector 14"/>
          <p:cNvCxnSpPr/>
          <p:nvPr/>
        </p:nvCxnSpPr>
        <p:spPr>
          <a:xfrm>
            <a:off x="15564701" y="1317567"/>
            <a:ext cx="0" cy="7684502"/>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2491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330266"/>
            <a:ext cx="20104100" cy="677100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10103019"/>
            <a:ext cx="20104100" cy="1225180"/>
          </a:xfrm>
          <a:prstGeom prst="rect">
            <a:avLst/>
          </a:prstGeom>
        </p:spPr>
      </p:pic>
      <p:sp>
        <p:nvSpPr>
          <p:cNvPr id="2" name="Title Placeholder 1"/>
          <p:cNvSpPr>
            <a:spLocks noGrp="1"/>
          </p:cNvSpPr>
          <p:nvPr>
            <p:ph type="title"/>
          </p:nvPr>
        </p:nvSpPr>
        <p:spPr>
          <a:xfrm>
            <a:off x="2393594" y="1326712"/>
            <a:ext cx="15835400" cy="1730266"/>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393594" y="3324092"/>
            <a:ext cx="15835400" cy="5690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456460" y="544806"/>
            <a:ext cx="5772533" cy="509895"/>
          </a:xfrm>
          <a:prstGeom prst="rect">
            <a:avLst/>
          </a:prstGeom>
        </p:spPr>
        <p:txBody>
          <a:bodyPr vert="horz" lIns="91440" tIns="45720" rIns="91440" bIns="45720" rtlCol="0" anchor="ctr"/>
          <a:lstStyle>
            <a:lvl1pPr algn="r">
              <a:defRPr sz="1649">
                <a:solidFill>
                  <a:schemeClr val="tx1">
                    <a:tint val="75000"/>
                  </a:schemeClr>
                </a:solidFill>
              </a:defRPr>
            </a:lvl1pPr>
          </a:lstStyle>
          <a:p>
            <a:fld id="{1D8BD707-D9CF-40AE-B4C6-C98DA3205C09}" type="datetimeFigureOut">
              <a:rPr lang="en-US" smtClean="0"/>
              <a:t>5/2/2026</a:t>
            </a:fld>
            <a:endParaRPr lang="en-US"/>
          </a:p>
        </p:txBody>
      </p:sp>
      <p:sp>
        <p:nvSpPr>
          <p:cNvPr id="5" name="Footer Placeholder 4"/>
          <p:cNvSpPr>
            <a:spLocks noGrp="1"/>
          </p:cNvSpPr>
          <p:nvPr>
            <p:ph type="ftr" sz="quarter" idx="3"/>
          </p:nvPr>
        </p:nvSpPr>
        <p:spPr>
          <a:xfrm>
            <a:off x="2393593" y="543053"/>
            <a:ext cx="9792893" cy="509895"/>
          </a:xfrm>
          <a:prstGeom prst="rect">
            <a:avLst/>
          </a:prstGeom>
        </p:spPr>
        <p:txBody>
          <a:bodyPr vert="horz" lIns="91440" tIns="45720" rIns="91440" bIns="45720" rtlCol="0" anchor="ctr"/>
          <a:lstStyle>
            <a:lvl1pPr algn="l">
              <a:defRPr sz="1649">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791600" y="1317566"/>
            <a:ext cx="1337337" cy="830437"/>
          </a:xfrm>
          <a:prstGeom prst="rect">
            <a:avLst/>
          </a:prstGeom>
        </p:spPr>
        <p:txBody>
          <a:bodyPr vert="horz" lIns="91440" tIns="45720" rIns="91440" bIns="45720" rtlCol="0" anchor="t"/>
          <a:lstStyle>
            <a:lvl1pPr algn="r">
              <a:defRPr sz="4617">
                <a:solidFill>
                  <a:schemeClr val="accent1"/>
                </a:solidFill>
              </a:defRPr>
            </a:lvl1pPr>
          </a:lstStyle>
          <a:p>
            <a:fld id="{B6F15528-21DE-4FAA-801E-634DDDAF4B2B}" type="slidenum">
              <a:rPr lang="es-MX" smtClean="0"/>
              <a:t>‹Nº›</a:t>
            </a:fld>
            <a:endParaRPr lang="es-MX"/>
          </a:p>
        </p:txBody>
      </p:sp>
      <p:cxnSp>
        <p:nvCxnSpPr>
          <p:cNvPr id="10" name="Straight Connector 9"/>
          <p:cNvCxnSpPr/>
          <p:nvPr/>
        </p:nvCxnSpPr>
        <p:spPr>
          <a:xfrm>
            <a:off x="0" y="10106207"/>
            <a:ext cx="201041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62896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1507846" rtl="0" eaLnBrk="1" latinLnBrk="0" hangingPunct="1">
        <a:lnSpc>
          <a:spcPct val="90000"/>
        </a:lnSpc>
        <a:spcBef>
          <a:spcPct val="0"/>
        </a:spcBef>
        <a:buNone/>
        <a:defRPr sz="5277" b="0" i="0" kern="1200" cap="all">
          <a:solidFill>
            <a:schemeClr val="tx1"/>
          </a:solidFill>
          <a:effectLst/>
          <a:latin typeface="+mj-lt"/>
          <a:ea typeface="+mj-ea"/>
          <a:cs typeface="+mj-cs"/>
        </a:defRPr>
      </a:lvl1pPr>
    </p:titleStyle>
    <p:bodyStyle>
      <a:lvl1pPr marL="376961" indent="-376961" algn="l" defTabSz="1507846" rtl="0" eaLnBrk="1" latinLnBrk="0" hangingPunct="1">
        <a:lnSpc>
          <a:spcPct val="120000"/>
        </a:lnSpc>
        <a:spcBef>
          <a:spcPts val="1649"/>
        </a:spcBef>
        <a:buClr>
          <a:schemeClr val="accent1"/>
        </a:buClr>
        <a:buSzPct val="100000"/>
        <a:buFont typeface="Arial" panose="020B0604020202020204" pitchFamily="34" charset="0"/>
        <a:buChar char="•"/>
        <a:defRPr sz="3298" kern="1200">
          <a:solidFill>
            <a:schemeClr val="tx1"/>
          </a:solidFill>
          <a:effectLst/>
          <a:latin typeface="+mn-lt"/>
          <a:ea typeface="+mn-ea"/>
          <a:cs typeface="+mn-cs"/>
        </a:defRPr>
      </a:lvl1pPr>
      <a:lvl2pPr marL="1130884"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2968" kern="1200" cap="none" baseline="0">
          <a:solidFill>
            <a:schemeClr val="tx1"/>
          </a:solidFill>
          <a:effectLst/>
          <a:latin typeface="+mn-lt"/>
          <a:ea typeface="+mn-ea"/>
          <a:cs typeface="+mn-cs"/>
        </a:defRPr>
      </a:lvl2pPr>
      <a:lvl3pPr marL="1884807"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2638" kern="1200">
          <a:solidFill>
            <a:schemeClr val="tx1"/>
          </a:solidFill>
          <a:effectLst/>
          <a:latin typeface="+mn-lt"/>
          <a:ea typeface="+mn-ea"/>
          <a:cs typeface="+mn-cs"/>
        </a:defRPr>
      </a:lvl3pPr>
      <a:lvl4pPr marL="2638730"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2309" kern="1200" cap="none" baseline="0">
          <a:solidFill>
            <a:schemeClr val="tx1"/>
          </a:solidFill>
          <a:effectLst/>
          <a:latin typeface="+mn-lt"/>
          <a:ea typeface="+mn-ea"/>
          <a:cs typeface="+mn-cs"/>
        </a:defRPr>
      </a:lvl4pPr>
      <a:lvl5pPr marL="3392653"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1979" kern="1200">
          <a:solidFill>
            <a:schemeClr val="tx1"/>
          </a:solidFill>
          <a:effectLst/>
          <a:latin typeface="+mn-lt"/>
          <a:ea typeface="+mn-ea"/>
          <a:cs typeface="+mn-cs"/>
        </a:defRPr>
      </a:lvl5pPr>
      <a:lvl6pPr marL="4146575"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1979" kern="1200">
          <a:solidFill>
            <a:schemeClr val="tx1"/>
          </a:solidFill>
          <a:effectLst/>
          <a:latin typeface="+mn-lt"/>
          <a:ea typeface="+mn-ea"/>
          <a:cs typeface="+mn-cs"/>
        </a:defRPr>
      </a:lvl6pPr>
      <a:lvl7pPr marL="4900498"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1979" kern="1200">
          <a:solidFill>
            <a:schemeClr val="tx1"/>
          </a:solidFill>
          <a:effectLst/>
          <a:latin typeface="+mn-lt"/>
          <a:ea typeface="+mn-ea"/>
          <a:cs typeface="+mn-cs"/>
        </a:defRPr>
      </a:lvl7pPr>
      <a:lvl8pPr marL="5654421"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1979" kern="1200" baseline="0">
          <a:solidFill>
            <a:schemeClr val="tx1"/>
          </a:solidFill>
          <a:effectLst/>
          <a:latin typeface="+mn-lt"/>
          <a:ea typeface="+mn-ea"/>
          <a:cs typeface="+mn-cs"/>
        </a:defRPr>
      </a:lvl8pPr>
      <a:lvl9pPr marL="6408344" indent="-376961" algn="l" defTabSz="1507846" rtl="0" eaLnBrk="1" latinLnBrk="0" hangingPunct="1">
        <a:lnSpc>
          <a:spcPct val="120000"/>
        </a:lnSpc>
        <a:spcBef>
          <a:spcPts val="824"/>
        </a:spcBef>
        <a:buClr>
          <a:schemeClr val="accent1"/>
        </a:buClr>
        <a:buSzPct val="100000"/>
        <a:buFont typeface="Arial" panose="020B0604020202020204" pitchFamily="34" charset="0"/>
        <a:buChar char="•"/>
        <a:defRPr sz="1979" kern="1200" baseline="0">
          <a:solidFill>
            <a:schemeClr val="tx1"/>
          </a:solidFill>
          <a:effectLst/>
          <a:latin typeface="+mn-lt"/>
          <a:ea typeface="+mn-ea"/>
          <a:cs typeface="+mn-cs"/>
        </a:defRPr>
      </a:lvl9pPr>
    </p:bodyStyle>
    <p:otherStyle>
      <a:defPPr>
        <a:defRPr lang="en-US"/>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E3B60EF-1C3C-44A0-BFF8-6F4F9F3C4AD1}"/>
              </a:ext>
            </a:extLst>
          </p:cNvPr>
          <p:cNvSpPr txBox="1"/>
          <p:nvPr/>
        </p:nvSpPr>
        <p:spPr>
          <a:xfrm>
            <a:off x="2875143" y="7928610"/>
            <a:ext cx="7044690" cy="555625"/>
          </a:xfrm>
          <a:prstGeom prst="rect">
            <a:avLst/>
          </a:prstGeom>
        </p:spPr>
        <p:txBody>
          <a:bodyPr vert="horz" wrap="square" lIns="0" tIns="15875" rIns="0" bIns="0" rtlCol="0">
            <a:spAutoFit/>
          </a:bodyPr>
          <a:lstStyle/>
          <a:p>
            <a:pPr marL="12700">
              <a:lnSpc>
                <a:spcPct val="100000"/>
              </a:lnSpc>
              <a:spcBef>
                <a:spcPts val="125"/>
              </a:spcBef>
              <a:tabLst>
                <a:tab pos="3390265" algn="l"/>
                <a:tab pos="5151120" algn="l"/>
              </a:tabLst>
            </a:pPr>
            <a:r>
              <a:rPr lang="es-MX" sz="3450" spc="-575" dirty="0">
                <a:solidFill>
                  <a:srgbClr val="95A0B8"/>
                </a:solidFill>
                <a:latin typeface="Arial MT"/>
                <a:cs typeface="Arial MT"/>
              </a:rPr>
              <a:t>Grupo   7 : Regla  4 </a:t>
            </a:r>
            <a:r>
              <a:rPr lang="es-MX" sz="3450" spc="-375" dirty="0">
                <a:solidFill>
                  <a:srgbClr val="9AA5B6"/>
                </a:solidFill>
                <a:latin typeface="Arial MT"/>
                <a:cs typeface="Arial MT"/>
              </a:rPr>
              <a:t> </a:t>
            </a:r>
            <a:endParaRPr sz="3450" dirty="0">
              <a:latin typeface="Arial MT"/>
              <a:cs typeface="Arial MT"/>
            </a:endParaRPr>
          </a:p>
        </p:txBody>
      </p:sp>
      <p:sp>
        <p:nvSpPr>
          <p:cNvPr id="6" name="object 6">
            <a:extLst>
              <a:ext uri="{FF2B5EF4-FFF2-40B4-BE49-F238E27FC236}">
                <a16:creationId xmlns:a16="http://schemas.microsoft.com/office/drawing/2014/main" id="{18DBD15E-1599-4D1E-ACC5-9F510F6D034D}"/>
              </a:ext>
            </a:extLst>
          </p:cNvPr>
          <p:cNvSpPr txBox="1"/>
          <p:nvPr/>
        </p:nvSpPr>
        <p:spPr>
          <a:xfrm>
            <a:off x="2584450" y="3521075"/>
            <a:ext cx="13154660" cy="2663550"/>
          </a:xfrm>
          <a:prstGeom prst="rect">
            <a:avLst/>
          </a:prstGeom>
        </p:spPr>
        <p:txBody>
          <a:bodyPr vert="horz" wrap="square" lIns="0" tIns="16510" rIns="0" bIns="0" rtlCol="0">
            <a:spAutoFit/>
          </a:bodyPr>
          <a:lstStyle/>
          <a:p>
            <a:pPr marL="12700">
              <a:lnSpc>
                <a:spcPct val="100000"/>
              </a:lnSpc>
              <a:spcBef>
                <a:spcPts val="130"/>
              </a:spcBef>
            </a:pPr>
            <a:r>
              <a:rPr lang="es-MX" sz="8600" b="1" dirty="0">
                <a:solidFill>
                  <a:schemeClr val="tx1">
                    <a:lumMod val="50000"/>
                    <a:lumOff val="50000"/>
                  </a:schemeClr>
                </a:solidFill>
                <a:latin typeface="Calibri"/>
                <a:cs typeface="Calibri"/>
              </a:rPr>
              <a:t>Sistemas</a:t>
            </a:r>
            <a:r>
              <a:rPr lang="es-MX" sz="8600" b="1" spc="135" dirty="0">
                <a:solidFill>
                  <a:schemeClr val="tx1">
                    <a:lumMod val="50000"/>
                    <a:lumOff val="50000"/>
                  </a:schemeClr>
                </a:solidFill>
                <a:latin typeface="Calibri"/>
                <a:cs typeface="Calibri"/>
              </a:rPr>
              <a:t> </a:t>
            </a:r>
            <a:r>
              <a:rPr lang="es-MX" sz="8600" b="1" dirty="0">
                <a:solidFill>
                  <a:schemeClr val="tx1">
                    <a:lumMod val="50000"/>
                    <a:lumOff val="50000"/>
                  </a:schemeClr>
                </a:solidFill>
                <a:latin typeface="Calibri"/>
                <a:cs typeface="Calibri"/>
              </a:rPr>
              <a:t>Inmunes</a:t>
            </a:r>
            <a:r>
              <a:rPr lang="es-MX" sz="8600" b="1" spc="310" dirty="0">
                <a:solidFill>
                  <a:schemeClr val="tx1">
                    <a:lumMod val="50000"/>
                    <a:lumOff val="50000"/>
                  </a:schemeClr>
                </a:solidFill>
                <a:latin typeface="Calibri"/>
                <a:cs typeface="Calibri"/>
              </a:rPr>
              <a:t> </a:t>
            </a:r>
            <a:r>
              <a:rPr lang="es-MX" sz="8600" b="1" spc="-10" dirty="0">
                <a:solidFill>
                  <a:schemeClr val="tx1">
                    <a:lumMod val="50000"/>
                    <a:lumOff val="50000"/>
                  </a:schemeClr>
                </a:solidFill>
                <a:latin typeface="Calibri"/>
                <a:cs typeface="Calibri"/>
              </a:rPr>
              <a:t>Artificiales</a:t>
            </a:r>
            <a:endParaRPr lang="es-MX" sz="8600" b="1" dirty="0">
              <a:solidFill>
                <a:schemeClr val="tx1">
                  <a:lumMod val="50000"/>
                  <a:lumOff val="50000"/>
                </a:schemeClr>
              </a:solidFill>
              <a:latin typeface="Calibri"/>
              <a:cs typeface="Calibri"/>
            </a:endParaRPr>
          </a:p>
        </p:txBody>
      </p:sp>
      <p:sp>
        <p:nvSpPr>
          <p:cNvPr id="7" name="object 8">
            <a:extLst>
              <a:ext uri="{FF2B5EF4-FFF2-40B4-BE49-F238E27FC236}">
                <a16:creationId xmlns:a16="http://schemas.microsoft.com/office/drawing/2014/main" id="{BBE2A2A4-61BE-4933-8FA8-233BD6317752}"/>
              </a:ext>
            </a:extLst>
          </p:cNvPr>
          <p:cNvSpPr txBox="1"/>
          <p:nvPr/>
        </p:nvSpPr>
        <p:spPr>
          <a:xfrm>
            <a:off x="5484812" y="8245475"/>
            <a:ext cx="9610090" cy="477520"/>
          </a:xfrm>
          <a:prstGeom prst="rect">
            <a:avLst/>
          </a:prstGeom>
        </p:spPr>
        <p:txBody>
          <a:bodyPr vert="horz" wrap="square" lIns="0" tIns="13970" rIns="0" bIns="0" rtlCol="0">
            <a:spAutoFit/>
          </a:bodyPr>
          <a:lstStyle/>
          <a:p>
            <a:pPr marL="12700">
              <a:lnSpc>
                <a:spcPct val="100000"/>
              </a:lnSpc>
              <a:spcBef>
                <a:spcPts val="110"/>
              </a:spcBef>
              <a:tabLst>
                <a:tab pos="3632835" algn="l"/>
              </a:tabLst>
            </a:pPr>
            <a:r>
              <a:rPr sz="2950" spc="80" dirty="0">
                <a:solidFill>
                  <a:srgbClr val="E2E2E2"/>
                </a:solidFill>
                <a:latin typeface="Arial MT"/>
                <a:cs typeface="Arial MT"/>
              </a:rPr>
              <a:t>Detección</a:t>
            </a:r>
            <a:r>
              <a:rPr sz="2950" spc="325" dirty="0">
                <a:solidFill>
                  <a:srgbClr val="E2E2E2"/>
                </a:solidFill>
                <a:latin typeface="Arial MT"/>
                <a:cs typeface="Arial MT"/>
              </a:rPr>
              <a:t> </a:t>
            </a:r>
            <a:r>
              <a:rPr sz="2950" spc="-10" dirty="0">
                <a:solidFill>
                  <a:srgbClr val="E9E9E9"/>
                </a:solidFill>
                <a:latin typeface="Arial MT"/>
                <a:cs typeface="Arial MT"/>
              </a:rPr>
              <a:t>Evolutiva</a:t>
            </a:r>
            <a:r>
              <a:rPr sz="2950" dirty="0">
                <a:solidFill>
                  <a:srgbClr val="E9E9E9"/>
                </a:solidFill>
                <a:latin typeface="Arial MT"/>
                <a:cs typeface="Arial MT"/>
              </a:rPr>
              <a:t>	</a:t>
            </a:r>
            <a:r>
              <a:rPr sz="2950" spc="75" dirty="0">
                <a:solidFill>
                  <a:srgbClr val="DFDFDF"/>
                </a:solidFill>
                <a:latin typeface="Arial MT"/>
                <a:cs typeface="Arial MT"/>
              </a:rPr>
              <a:t>de</a:t>
            </a:r>
            <a:r>
              <a:rPr sz="2950" spc="55" dirty="0">
                <a:solidFill>
                  <a:srgbClr val="DFDFDF"/>
                </a:solidFill>
                <a:latin typeface="Arial MT"/>
                <a:cs typeface="Arial MT"/>
              </a:rPr>
              <a:t> </a:t>
            </a:r>
            <a:r>
              <a:rPr sz="2950" spc="65" dirty="0">
                <a:solidFill>
                  <a:srgbClr val="E2E2E2"/>
                </a:solidFill>
                <a:latin typeface="Arial MT"/>
                <a:cs typeface="Arial MT"/>
              </a:rPr>
              <a:t>Intrusiones</a:t>
            </a:r>
            <a:r>
              <a:rPr sz="2950" spc="415" dirty="0">
                <a:solidFill>
                  <a:srgbClr val="E2E2E2"/>
                </a:solidFill>
                <a:latin typeface="Arial MT"/>
                <a:cs typeface="Arial MT"/>
              </a:rPr>
              <a:t> </a:t>
            </a:r>
            <a:r>
              <a:rPr sz="2950" dirty="0">
                <a:solidFill>
                  <a:srgbClr val="DFDFDF"/>
                </a:solidFill>
                <a:latin typeface="Arial MT"/>
                <a:cs typeface="Arial MT"/>
              </a:rPr>
              <a:t>en</a:t>
            </a:r>
            <a:r>
              <a:rPr sz="2950" spc="100" dirty="0">
                <a:solidFill>
                  <a:srgbClr val="DFDFDF"/>
                </a:solidFill>
                <a:latin typeface="Arial MT"/>
                <a:cs typeface="Arial MT"/>
              </a:rPr>
              <a:t> </a:t>
            </a:r>
            <a:r>
              <a:rPr sz="2950" dirty="0">
                <a:solidFill>
                  <a:srgbClr val="E6E6E6"/>
                </a:solidFill>
                <a:latin typeface="Arial MT"/>
                <a:cs typeface="Arial MT"/>
              </a:rPr>
              <a:t>Redes</a:t>
            </a:r>
            <a:r>
              <a:rPr sz="2950" spc="350" dirty="0">
                <a:solidFill>
                  <a:srgbClr val="E6E6E6"/>
                </a:solidFill>
                <a:latin typeface="Arial MT"/>
                <a:cs typeface="Arial MT"/>
              </a:rPr>
              <a:t> </a:t>
            </a:r>
            <a:r>
              <a:rPr sz="2950" spc="75" dirty="0">
                <a:solidFill>
                  <a:srgbClr val="DFDFDF"/>
                </a:solidFill>
                <a:latin typeface="Arial MT"/>
                <a:cs typeface="Arial MT"/>
              </a:rPr>
              <a:t>de</a:t>
            </a:r>
            <a:r>
              <a:rPr sz="2950" spc="120" dirty="0">
                <a:solidFill>
                  <a:srgbClr val="DFDFDF"/>
                </a:solidFill>
                <a:latin typeface="Arial MT"/>
                <a:cs typeface="Arial MT"/>
              </a:rPr>
              <a:t> </a:t>
            </a:r>
            <a:r>
              <a:rPr sz="2950" spc="-10" dirty="0">
                <a:solidFill>
                  <a:srgbClr val="E6E6E6"/>
                </a:solidFill>
                <a:latin typeface="Arial MT"/>
                <a:cs typeface="Arial MT"/>
              </a:rPr>
              <a:t>Datos</a:t>
            </a:r>
            <a:endParaRPr sz="2950" dirty="0">
              <a:latin typeface="Arial MT"/>
              <a:cs typeface="Arial MT"/>
            </a:endParaRPr>
          </a:p>
        </p:txBody>
      </p:sp>
    </p:spTree>
    <p:extLst>
      <p:ext uri="{BB962C8B-B14F-4D97-AF65-F5344CB8AC3E}">
        <p14:creationId xmlns:p14="http://schemas.microsoft.com/office/powerpoint/2010/main" val="3935663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43703C-F1FF-4C17-A8AB-FD3483F4FB06}"/>
              </a:ext>
            </a:extLst>
          </p:cNvPr>
          <p:cNvSpPr>
            <a:spLocks noGrp="1"/>
          </p:cNvSpPr>
          <p:nvPr>
            <p:ph type="title"/>
          </p:nvPr>
        </p:nvSpPr>
        <p:spPr/>
        <p:txBody>
          <a:bodyPr/>
          <a:lstStyle/>
          <a:p>
            <a:r>
              <a:rPr lang="es-ES" dirty="0"/>
              <a:t>Aplicación en RBML (Aprendizaje Basado en Reglas)</a:t>
            </a:r>
            <a:endParaRPr lang="es-MX" dirty="0"/>
          </a:p>
        </p:txBody>
      </p:sp>
      <p:sp>
        <p:nvSpPr>
          <p:cNvPr id="3" name="Marcador de contenido 2">
            <a:extLst>
              <a:ext uri="{FF2B5EF4-FFF2-40B4-BE49-F238E27FC236}">
                <a16:creationId xmlns:a16="http://schemas.microsoft.com/office/drawing/2014/main" id="{5E38E583-52C9-4736-9C28-FC48009BF06C}"/>
              </a:ext>
            </a:extLst>
          </p:cNvPr>
          <p:cNvSpPr>
            <a:spLocks noGrp="1"/>
          </p:cNvSpPr>
          <p:nvPr>
            <p:ph idx="1"/>
          </p:nvPr>
        </p:nvSpPr>
        <p:spPr/>
        <p:txBody>
          <a:bodyPr/>
          <a:lstStyle/>
          <a:p>
            <a:pPr marL="0" indent="0">
              <a:buNone/>
            </a:pPr>
            <a:r>
              <a:rPr lang="es-ES" dirty="0"/>
              <a:t>El RBML (Rule-</a:t>
            </a:r>
            <a:r>
              <a:rPr lang="es-ES" dirty="0" err="1"/>
              <a:t>Based</a:t>
            </a:r>
            <a:r>
              <a:rPr lang="es-ES" dirty="0"/>
              <a:t> Machine </a:t>
            </a:r>
            <a:r>
              <a:rPr lang="es-ES" dirty="0" err="1"/>
              <a:t>Learning</a:t>
            </a:r>
            <a:r>
              <a:rPr lang="es-ES" dirty="0"/>
              <a:t>) es un tipo de IA donde el conocimiento se guarda en sentencias lógicas: SI (condición) ENTONCES (resultado).</a:t>
            </a:r>
          </a:p>
          <a:p>
            <a:pPr marL="0" indent="0">
              <a:buNone/>
            </a:pPr>
            <a:r>
              <a:rPr lang="es-ES" b="1" dirty="0"/>
              <a:t>Legibilidad: </a:t>
            </a:r>
            <a:r>
              <a:rPr lang="es-ES" dirty="0"/>
              <a:t>A diferencia de una red neuronal (que es una "caja negra"), aquí puedes leer exactamente qué decidió la IA. Por ejemplo: Regla 1: SI (</a:t>
            </a:r>
            <a:r>
              <a:rPr lang="es-ES" dirty="0" err="1"/>
              <a:t>failed_login_attempts</a:t>
            </a:r>
            <a:r>
              <a:rPr lang="es-ES" dirty="0"/>
              <a:t> &gt; 9.69) ENTONCES ANOMALÍA.</a:t>
            </a:r>
          </a:p>
          <a:p>
            <a:pPr marL="0" indent="0">
              <a:buNone/>
            </a:pPr>
            <a:r>
              <a:rPr lang="es-ES" b="1" dirty="0"/>
              <a:t>Código Regla 4</a:t>
            </a:r>
            <a:r>
              <a:rPr lang="es-ES" dirty="0"/>
              <a:t>: El "modelo" esta entrenando un conjunto de 10 reglas. El aprendizaje consiste en encontrar los valores exactos (los umbrales) que separan lo bueno de lo malo.</a:t>
            </a:r>
            <a:endParaRPr lang="es-MX" dirty="0"/>
          </a:p>
        </p:txBody>
      </p:sp>
    </p:spTree>
    <p:extLst>
      <p:ext uri="{BB962C8B-B14F-4D97-AF65-F5344CB8AC3E}">
        <p14:creationId xmlns:p14="http://schemas.microsoft.com/office/powerpoint/2010/main" val="3287507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201901-AA52-4CB6-AB8F-2243902AA21B}"/>
              </a:ext>
            </a:extLst>
          </p:cNvPr>
          <p:cNvSpPr>
            <a:spLocks noGrp="1"/>
          </p:cNvSpPr>
          <p:nvPr>
            <p:ph type="title"/>
          </p:nvPr>
        </p:nvSpPr>
        <p:spPr/>
        <p:txBody>
          <a:bodyPr/>
          <a:lstStyle/>
          <a:p>
            <a:r>
              <a:rPr lang="es-MX" dirty="0"/>
              <a:t>Concepto de anticuerpos en el código </a:t>
            </a:r>
          </a:p>
        </p:txBody>
      </p:sp>
      <p:sp>
        <p:nvSpPr>
          <p:cNvPr id="3" name="Marcador de contenido 2">
            <a:extLst>
              <a:ext uri="{FF2B5EF4-FFF2-40B4-BE49-F238E27FC236}">
                <a16:creationId xmlns:a16="http://schemas.microsoft.com/office/drawing/2014/main" id="{418B6901-3813-4670-B51E-CDCF175AF735}"/>
              </a:ext>
            </a:extLst>
          </p:cNvPr>
          <p:cNvSpPr>
            <a:spLocks noGrp="1"/>
          </p:cNvSpPr>
          <p:nvPr>
            <p:ph idx="1"/>
          </p:nvPr>
        </p:nvSpPr>
        <p:spPr>
          <a:xfrm>
            <a:off x="8652915" y="3673475"/>
            <a:ext cx="11453544" cy="5690316"/>
          </a:xfrm>
        </p:spPr>
        <p:txBody>
          <a:bodyPr>
            <a:normAutofit lnSpcReduction="10000"/>
          </a:bodyPr>
          <a:lstStyle/>
          <a:p>
            <a:r>
              <a:rPr lang="es-ES" b="1" dirty="0"/>
              <a:t>El "Anticuerpo":</a:t>
            </a:r>
            <a:r>
              <a:rPr lang="es-ES" dirty="0"/>
              <a:t> En este contexto, cada regla es un anticuerpo que intenta "encajar" con un virus (ataque).</a:t>
            </a:r>
          </a:p>
          <a:p>
            <a:r>
              <a:rPr lang="es-ES" b="1" dirty="0"/>
              <a:t>F1-Score:</a:t>
            </a:r>
            <a:r>
              <a:rPr lang="es-ES" dirty="0"/>
              <a:t> Es la calificación del examen del guardia. No basta con detectar ataques; si el guardia detiene tráfico normal (falsos positivos), su nota baja. El F1-Score busca el equilibrio perfecto</a:t>
            </a:r>
          </a:p>
          <a:p>
            <a:r>
              <a:rPr lang="es-ES" b="1" dirty="0"/>
              <a:t>Programación Evolutiva</a:t>
            </a:r>
            <a:r>
              <a:rPr lang="es-ES" dirty="0"/>
              <a:t>: Es el proceso de usar </a:t>
            </a:r>
            <a:r>
              <a:rPr lang="es-ES" dirty="0" err="1"/>
              <a:t>eaMuPlusLambda</a:t>
            </a:r>
            <a:r>
              <a:rPr lang="es-ES" dirty="0"/>
              <a:t> (un algoritmo de DEAP) para pasar de reglas mediocres a reglas expertas tras 40 "generaciones" de mejora constante.</a:t>
            </a:r>
            <a:endParaRPr lang="es-MX" dirty="0"/>
          </a:p>
        </p:txBody>
      </p:sp>
      <p:sp>
        <p:nvSpPr>
          <p:cNvPr id="8" name="CuadroTexto 7">
            <a:extLst>
              <a:ext uri="{FF2B5EF4-FFF2-40B4-BE49-F238E27FC236}">
                <a16:creationId xmlns:a16="http://schemas.microsoft.com/office/drawing/2014/main" id="{4DF344A0-FB10-450E-96F1-3383CD571655}"/>
              </a:ext>
            </a:extLst>
          </p:cNvPr>
          <p:cNvSpPr txBox="1"/>
          <p:nvPr/>
        </p:nvSpPr>
        <p:spPr>
          <a:xfrm>
            <a:off x="161454" y="3698059"/>
            <a:ext cx="7985596" cy="4524315"/>
          </a:xfrm>
          <a:prstGeom prst="rect">
            <a:avLst/>
          </a:prstGeom>
          <a:noFill/>
        </p:spPr>
        <p:txBody>
          <a:bodyPr wrap="square">
            <a:spAutoFit/>
          </a:bodyPr>
          <a:lstStyle/>
          <a:p>
            <a:pPr algn="just"/>
            <a:r>
              <a:rPr lang="es-ES" sz="3600" dirty="0"/>
              <a:t>Este código implementa un sistema de Detección de Anomalías en Red inspirado en los Sistemas Inmunes Artificiales (AIS) utilizando Programación Evolutiva. El objetivo es que el código "evolucione" un conjunto de reglas (anticuerpos) que identifiquen si el tráfico de red es normal o un ataque</a:t>
            </a:r>
            <a:endParaRPr lang="es-MX" sz="3600" dirty="0"/>
          </a:p>
        </p:txBody>
      </p:sp>
    </p:spTree>
    <p:extLst>
      <p:ext uri="{BB962C8B-B14F-4D97-AF65-F5344CB8AC3E}">
        <p14:creationId xmlns:p14="http://schemas.microsoft.com/office/powerpoint/2010/main" val="1518818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D152FF-3B1C-488A-9A17-1333FD7E6049}"/>
              </a:ext>
            </a:extLst>
          </p:cNvPr>
          <p:cNvSpPr>
            <a:spLocks noGrp="1"/>
          </p:cNvSpPr>
          <p:nvPr>
            <p:ph type="title"/>
          </p:nvPr>
        </p:nvSpPr>
        <p:spPr/>
        <p:txBody>
          <a:bodyPr/>
          <a:lstStyle/>
          <a:p>
            <a:r>
              <a:rPr lang="es-MX" dirty="0"/>
              <a:t>Explicación de código </a:t>
            </a:r>
          </a:p>
        </p:txBody>
      </p:sp>
      <p:sp>
        <p:nvSpPr>
          <p:cNvPr id="3" name="Marcador de contenido 2">
            <a:extLst>
              <a:ext uri="{FF2B5EF4-FFF2-40B4-BE49-F238E27FC236}">
                <a16:creationId xmlns:a16="http://schemas.microsoft.com/office/drawing/2014/main" id="{E076E0D2-5BC4-4ECD-8201-0A08833EBF8C}"/>
              </a:ext>
            </a:extLst>
          </p:cNvPr>
          <p:cNvSpPr>
            <a:spLocks noGrp="1"/>
          </p:cNvSpPr>
          <p:nvPr>
            <p:ph idx="1"/>
          </p:nvPr>
        </p:nvSpPr>
        <p:spPr>
          <a:xfrm>
            <a:off x="6013450" y="3324311"/>
            <a:ext cx="10005744" cy="5690316"/>
          </a:xfrm>
        </p:spPr>
        <p:txBody>
          <a:bodyPr>
            <a:normAutofit fontScale="92500" lnSpcReduction="10000"/>
          </a:bodyPr>
          <a:lstStyle/>
          <a:p>
            <a:r>
              <a:rPr lang="es-MX" dirty="0"/>
              <a:t>Configuración y simulación de datos  Reglas  Trafico Normal, Anomalía 1 (paquetes grandes de datos &gt;1800 bytes) y II ( Intentos fallidos de </a:t>
            </a:r>
            <a:r>
              <a:rPr lang="es-MX" dirty="0" err="1"/>
              <a:t>login</a:t>
            </a:r>
            <a:r>
              <a:rPr lang="es-MX" dirty="0"/>
              <a:t> &gt; 5)</a:t>
            </a:r>
          </a:p>
          <a:p>
            <a:pPr marL="0" indent="0">
              <a:buNone/>
            </a:pPr>
            <a:endParaRPr lang="es-MX" dirty="0"/>
          </a:p>
          <a:p>
            <a:r>
              <a:rPr lang="es-MX" dirty="0"/>
              <a:t>División de </a:t>
            </a:r>
            <a:r>
              <a:rPr lang="es-MX" dirty="0" err="1"/>
              <a:t>dataset</a:t>
            </a:r>
            <a:r>
              <a:rPr lang="es-MX" dirty="0"/>
              <a:t> en Entrenamiento y pruebas , definición de validación </a:t>
            </a:r>
          </a:p>
          <a:p>
            <a:pPr marL="0" indent="0">
              <a:buNone/>
            </a:pPr>
            <a:endParaRPr lang="es-MX" dirty="0"/>
          </a:p>
          <a:p>
            <a:r>
              <a:rPr lang="es-MX" dirty="0"/>
              <a:t>DEAP y calificación  (F1 Score) . Mutación y evolución, selección candidatos </a:t>
            </a:r>
            <a:r>
              <a:rPr lang="es-MX" dirty="0" err="1"/>
              <a:t>optimos</a:t>
            </a:r>
            <a:r>
              <a:rPr lang="es-MX" dirty="0"/>
              <a:t>,  Grafica </a:t>
            </a:r>
          </a:p>
        </p:txBody>
      </p:sp>
      <p:sp>
        <p:nvSpPr>
          <p:cNvPr id="4" name="Elipse 3">
            <a:extLst>
              <a:ext uri="{FF2B5EF4-FFF2-40B4-BE49-F238E27FC236}">
                <a16:creationId xmlns:a16="http://schemas.microsoft.com/office/drawing/2014/main" id="{FEC27C2B-22D9-4CB8-B936-E08EB8A8CC28}"/>
              </a:ext>
            </a:extLst>
          </p:cNvPr>
          <p:cNvSpPr/>
          <p:nvPr/>
        </p:nvSpPr>
        <p:spPr>
          <a:xfrm>
            <a:off x="1212850" y="3316319"/>
            <a:ext cx="3810000" cy="1600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dirty="0"/>
              <a:t>Ingeniería de datos </a:t>
            </a:r>
          </a:p>
        </p:txBody>
      </p:sp>
      <p:sp>
        <p:nvSpPr>
          <p:cNvPr id="5" name="Elipse 4">
            <a:extLst>
              <a:ext uri="{FF2B5EF4-FFF2-40B4-BE49-F238E27FC236}">
                <a16:creationId xmlns:a16="http://schemas.microsoft.com/office/drawing/2014/main" id="{692CA248-136F-4DD5-AF25-B93CAFACFE90}"/>
              </a:ext>
            </a:extLst>
          </p:cNvPr>
          <p:cNvSpPr/>
          <p:nvPr/>
        </p:nvSpPr>
        <p:spPr>
          <a:xfrm>
            <a:off x="1212850" y="5369150"/>
            <a:ext cx="3810000" cy="1600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dirty="0"/>
              <a:t>Estrategia de validación </a:t>
            </a:r>
          </a:p>
        </p:txBody>
      </p:sp>
      <p:sp>
        <p:nvSpPr>
          <p:cNvPr id="6" name="Elipse 5">
            <a:extLst>
              <a:ext uri="{FF2B5EF4-FFF2-40B4-BE49-F238E27FC236}">
                <a16:creationId xmlns:a16="http://schemas.microsoft.com/office/drawing/2014/main" id="{2B1D349E-0C6F-44FC-A5F7-520E5FC723E1}"/>
              </a:ext>
            </a:extLst>
          </p:cNvPr>
          <p:cNvSpPr/>
          <p:nvPr/>
        </p:nvSpPr>
        <p:spPr>
          <a:xfrm>
            <a:off x="1212850" y="7559675"/>
            <a:ext cx="3810000" cy="1600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dirty="0"/>
              <a:t>Optimización inteligente </a:t>
            </a:r>
          </a:p>
        </p:txBody>
      </p:sp>
      <p:cxnSp>
        <p:nvCxnSpPr>
          <p:cNvPr id="8" name="Conector recto de flecha 7">
            <a:extLst>
              <a:ext uri="{FF2B5EF4-FFF2-40B4-BE49-F238E27FC236}">
                <a16:creationId xmlns:a16="http://schemas.microsoft.com/office/drawing/2014/main" id="{1B0ECAA5-2457-4BBC-9276-9CBA082FC528}"/>
              </a:ext>
            </a:extLst>
          </p:cNvPr>
          <p:cNvCxnSpPr>
            <a:stCxn id="4" idx="4"/>
            <a:endCxn id="5" idx="0"/>
          </p:cNvCxnSpPr>
          <p:nvPr/>
        </p:nvCxnSpPr>
        <p:spPr>
          <a:xfrm>
            <a:off x="3117850" y="4916519"/>
            <a:ext cx="0" cy="452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9890F344-CD6F-43F2-ACCF-61F886527372}"/>
              </a:ext>
            </a:extLst>
          </p:cNvPr>
          <p:cNvCxnSpPr>
            <a:stCxn id="5" idx="4"/>
            <a:endCxn id="6" idx="0"/>
          </p:cNvCxnSpPr>
          <p:nvPr/>
        </p:nvCxnSpPr>
        <p:spPr>
          <a:xfrm>
            <a:off x="3117850" y="6969350"/>
            <a:ext cx="0" cy="59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99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38BC4C-C78D-41E5-8EF5-EFEB0BB1A1EF}"/>
              </a:ext>
            </a:extLst>
          </p:cNvPr>
          <p:cNvSpPr>
            <a:spLocks noGrp="1"/>
          </p:cNvSpPr>
          <p:nvPr>
            <p:ph type="title"/>
          </p:nvPr>
        </p:nvSpPr>
        <p:spPr/>
        <p:txBody>
          <a:bodyPr/>
          <a:lstStyle/>
          <a:p>
            <a:r>
              <a:rPr lang="es-MX" dirty="0"/>
              <a:t>Análisis de código regla 4</a:t>
            </a:r>
          </a:p>
        </p:txBody>
      </p:sp>
      <p:sp>
        <p:nvSpPr>
          <p:cNvPr id="3" name="Marcador de contenido 2">
            <a:extLst>
              <a:ext uri="{FF2B5EF4-FFF2-40B4-BE49-F238E27FC236}">
                <a16:creationId xmlns:a16="http://schemas.microsoft.com/office/drawing/2014/main" id="{24A8688D-8765-40F7-8701-6549A3057AFC}"/>
              </a:ext>
            </a:extLst>
          </p:cNvPr>
          <p:cNvSpPr>
            <a:spLocks noGrp="1"/>
          </p:cNvSpPr>
          <p:nvPr>
            <p:ph idx="1"/>
          </p:nvPr>
        </p:nvSpPr>
        <p:spPr>
          <a:xfrm>
            <a:off x="450850" y="3444875"/>
            <a:ext cx="19653250" cy="5690316"/>
          </a:xfrm>
        </p:spPr>
        <p:txBody>
          <a:bodyPr/>
          <a:lstStyle/>
          <a:p>
            <a:r>
              <a:rPr lang="es-ES" b="1" dirty="0"/>
              <a:t>Crea ataques:</a:t>
            </a:r>
            <a:r>
              <a:rPr lang="es-ES" dirty="0"/>
              <a:t> El código genera datos falsos que simulan tráfico normal y dos tipos de ataques (un bombardeo de paquetes grandes y un ataque de contraseñas)</a:t>
            </a:r>
          </a:p>
          <a:p>
            <a:r>
              <a:rPr lang="es-ES" b="1" dirty="0"/>
              <a:t>Evoluciona reglas:</a:t>
            </a:r>
            <a:r>
              <a:rPr lang="es-ES" dirty="0"/>
              <a:t> En lugar de escribir las reglas manualmente, se usa la </a:t>
            </a:r>
            <a:r>
              <a:rPr lang="es-ES" b="1" dirty="0"/>
              <a:t>evolución</a:t>
            </a:r>
            <a:r>
              <a:rPr lang="es-ES" dirty="0"/>
              <a:t>. El programa crea cientos de guardias con reglas aleatorias (</a:t>
            </a:r>
            <a:r>
              <a:rPr lang="es-ES" dirty="0" err="1"/>
              <a:t>ej</a:t>
            </a:r>
            <a:r>
              <a:rPr lang="es-ES" dirty="0"/>
              <a:t>: </a:t>
            </a:r>
            <a:r>
              <a:rPr lang="es-ES" i="1" dirty="0"/>
              <a:t>"Si el paquete mide más de 1000, es ataque"</a:t>
            </a:r>
            <a:r>
              <a:rPr lang="es-ES" dirty="0"/>
              <a:t>)</a:t>
            </a:r>
          </a:p>
          <a:p>
            <a:r>
              <a:rPr lang="es-ES" b="1" dirty="0"/>
              <a:t>Supervivencia del más apto:</a:t>
            </a:r>
            <a:r>
              <a:rPr lang="es-ES" dirty="0"/>
              <a:t> Los guardias que detectan bien los ataques y no molestan al tráfico normal "sobreviven" y se reproducen. Sus reglas se mezclan y mutan</a:t>
            </a:r>
          </a:p>
          <a:p>
            <a:r>
              <a:rPr lang="es-ES" b="1" dirty="0"/>
              <a:t>Resultado:</a:t>
            </a:r>
            <a:r>
              <a:rPr lang="es-ES" dirty="0"/>
              <a:t> Al final, obtienes el mejor conjunto de reglas (el "mejor guardia") para proteger tu red</a:t>
            </a:r>
            <a:endParaRPr lang="es-MX" dirty="0"/>
          </a:p>
        </p:txBody>
      </p:sp>
    </p:spTree>
    <p:extLst>
      <p:ext uri="{BB962C8B-B14F-4D97-AF65-F5344CB8AC3E}">
        <p14:creationId xmlns:p14="http://schemas.microsoft.com/office/powerpoint/2010/main" val="2234793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F939CE-7392-47E8-B10C-DEA602CF8AD8}"/>
              </a:ext>
            </a:extLst>
          </p:cNvPr>
          <p:cNvSpPr>
            <a:spLocks noGrp="1"/>
          </p:cNvSpPr>
          <p:nvPr>
            <p:ph type="title"/>
          </p:nvPr>
        </p:nvSpPr>
        <p:spPr/>
        <p:txBody>
          <a:bodyPr/>
          <a:lstStyle/>
          <a:p>
            <a:r>
              <a:rPr lang="es-MX" dirty="0"/>
              <a:t>Resultados del código</a:t>
            </a:r>
          </a:p>
        </p:txBody>
      </p:sp>
      <p:pic>
        <p:nvPicPr>
          <p:cNvPr id="5" name="Imagen 4">
            <a:extLst>
              <a:ext uri="{FF2B5EF4-FFF2-40B4-BE49-F238E27FC236}">
                <a16:creationId xmlns:a16="http://schemas.microsoft.com/office/drawing/2014/main" id="{D54E382E-D7AC-4432-8C09-9887158194A9}"/>
              </a:ext>
            </a:extLst>
          </p:cNvPr>
          <p:cNvPicPr>
            <a:picLocks noChangeAspect="1"/>
          </p:cNvPicPr>
          <p:nvPr/>
        </p:nvPicPr>
        <p:blipFill>
          <a:blip r:embed="rId2"/>
          <a:stretch>
            <a:fillRect/>
          </a:stretch>
        </p:blipFill>
        <p:spPr>
          <a:xfrm>
            <a:off x="10039169" y="3189795"/>
            <a:ext cx="9310167" cy="5818854"/>
          </a:xfrm>
          <a:prstGeom prst="rect">
            <a:avLst/>
          </a:prstGeom>
        </p:spPr>
      </p:pic>
      <p:pic>
        <p:nvPicPr>
          <p:cNvPr id="7" name="Imagen 6">
            <a:extLst>
              <a:ext uri="{FF2B5EF4-FFF2-40B4-BE49-F238E27FC236}">
                <a16:creationId xmlns:a16="http://schemas.microsoft.com/office/drawing/2014/main" id="{B0E7C3CE-2E01-4B2D-B930-AACC21ECA957}"/>
              </a:ext>
            </a:extLst>
          </p:cNvPr>
          <p:cNvPicPr>
            <a:picLocks noChangeAspect="1"/>
          </p:cNvPicPr>
          <p:nvPr/>
        </p:nvPicPr>
        <p:blipFill>
          <a:blip r:embed="rId3"/>
          <a:stretch>
            <a:fillRect/>
          </a:stretch>
        </p:blipFill>
        <p:spPr>
          <a:xfrm>
            <a:off x="298450" y="3169567"/>
            <a:ext cx="9310166" cy="5818853"/>
          </a:xfrm>
          <a:prstGeom prst="rect">
            <a:avLst/>
          </a:prstGeom>
        </p:spPr>
      </p:pic>
      <p:sp>
        <p:nvSpPr>
          <p:cNvPr id="11" name="CuadroTexto 10">
            <a:extLst>
              <a:ext uri="{FF2B5EF4-FFF2-40B4-BE49-F238E27FC236}">
                <a16:creationId xmlns:a16="http://schemas.microsoft.com/office/drawing/2014/main" id="{524F008E-5B79-436B-A062-759C2E6B4A9A}"/>
              </a:ext>
            </a:extLst>
          </p:cNvPr>
          <p:cNvSpPr txBox="1"/>
          <p:nvPr/>
        </p:nvSpPr>
        <p:spPr>
          <a:xfrm>
            <a:off x="1898650" y="5104294"/>
            <a:ext cx="6324600" cy="1569660"/>
          </a:xfrm>
          <a:prstGeom prst="rect">
            <a:avLst/>
          </a:prstGeom>
          <a:noFill/>
        </p:spPr>
        <p:txBody>
          <a:bodyPr wrap="square" rtlCol="0">
            <a:spAutoFit/>
          </a:bodyPr>
          <a:lstStyle/>
          <a:p>
            <a:r>
              <a:rPr lang="es-ES" sz="2400" dirty="0"/>
              <a:t>Significado Técnico: El problema era tan sencillo que el algoritmo de DEAP encontró una regla perfecta (F1-Score = 1.0) prácticamente en la generación cero o uno</a:t>
            </a:r>
            <a:endParaRPr lang="es-MX" sz="2400" dirty="0"/>
          </a:p>
        </p:txBody>
      </p:sp>
      <p:sp>
        <p:nvSpPr>
          <p:cNvPr id="12" name="CuadroTexto 11">
            <a:extLst>
              <a:ext uri="{FF2B5EF4-FFF2-40B4-BE49-F238E27FC236}">
                <a16:creationId xmlns:a16="http://schemas.microsoft.com/office/drawing/2014/main" id="{02424DA1-5F10-47D8-92D1-B1384F3600B4}"/>
              </a:ext>
            </a:extLst>
          </p:cNvPr>
          <p:cNvSpPr txBox="1"/>
          <p:nvPr/>
        </p:nvSpPr>
        <p:spPr>
          <a:xfrm>
            <a:off x="10890250" y="4381867"/>
            <a:ext cx="7315200" cy="1323439"/>
          </a:xfrm>
          <a:prstGeom prst="rect">
            <a:avLst/>
          </a:prstGeom>
          <a:noFill/>
        </p:spPr>
        <p:txBody>
          <a:bodyPr wrap="square" rtlCol="0">
            <a:spAutoFit/>
          </a:bodyPr>
          <a:lstStyle/>
          <a:p>
            <a:r>
              <a:rPr lang="es-ES" sz="2000" dirty="0"/>
              <a:t>Fase de Exploración (Gen 0 - 40): El F1-Score se mantiene bajo (~0.18). Las reglas aleatorias iniciales (los "anticuerpos") no son capaces de distinguir entre un error de usuario y un ataque real. Es la fase donde el sistema está "perdido"</a:t>
            </a:r>
            <a:endParaRPr lang="es-MX" sz="2000" dirty="0"/>
          </a:p>
        </p:txBody>
      </p:sp>
      <p:sp>
        <p:nvSpPr>
          <p:cNvPr id="14" name="CuadroTexto 13">
            <a:extLst>
              <a:ext uri="{FF2B5EF4-FFF2-40B4-BE49-F238E27FC236}">
                <a16:creationId xmlns:a16="http://schemas.microsoft.com/office/drawing/2014/main" id="{DDC26F52-1503-4A27-8544-46AA9932F283}"/>
              </a:ext>
            </a:extLst>
          </p:cNvPr>
          <p:cNvSpPr txBox="1"/>
          <p:nvPr/>
        </p:nvSpPr>
        <p:spPr>
          <a:xfrm>
            <a:off x="10988403" y="5971982"/>
            <a:ext cx="7315200" cy="1200329"/>
          </a:xfrm>
          <a:prstGeom prst="rect">
            <a:avLst/>
          </a:prstGeom>
          <a:noFill/>
        </p:spPr>
        <p:txBody>
          <a:bodyPr wrap="square">
            <a:spAutoFit/>
          </a:bodyPr>
          <a:lstStyle/>
          <a:p>
            <a:r>
              <a:rPr lang="es-ES" b="1" dirty="0"/>
              <a:t>Fase de Descubrimiento (Gen 40 - 75):</a:t>
            </a:r>
            <a:r>
              <a:rPr lang="es-ES" dirty="0"/>
              <a:t> Aquí ocurre el "salto evolutivo". Una mutación afortunada encontró un umbral clave. A partir de ahí, la </a:t>
            </a:r>
            <a:r>
              <a:rPr lang="es-ES" b="1" dirty="0"/>
              <a:t>selección por torneo</a:t>
            </a:r>
            <a:r>
              <a:rPr lang="es-ES" dirty="0"/>
              <a:t> de DEAP favoreció a esos individuos, y el rendimiento se disparó</a:t>
            </a:r>
            <a:endParaRPr lang="es-MX" dirty="0"/>
          </a:p>
        </p:txBody>
      </p:sp>
    </p:spTree>
    <p:extLst>
      <p:ext uri="{BB962C8B-B14F-4D97-AF65-F5344CB8AC3E}">
        <p14:creationId xmlns:p14="http://schemas.microsoft.com/office/powerpoint/2010/main" val="3761628372"/>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61</TotalTime>
  <Words>608</Words>
  <Application>Microsoft Office PowerPoint</Application>
  <PresentationFormat>Personalizado</PresentationFormat>
  <Paragraphs>30</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Arial MT</vt:lpstr>
      <vt:lpstr>Calibri</vt:lpstr>
      <vt:lpstr>Gill Sans MT</vt:lpstr>
      <vt:lpstr>Galería</vt:lpstr>
      <vt:lpstr>Presentación de PowerPoint</vt:lpstr>
      <vt:lpstr>Aplicación en RBML (Aprendizaje Basado en Reglas)</vt:lpstr>
      <vt:lpstr>Concepto de anticuerpos en el código </vt:lpstr>
      <vt:lpstr>Explicación de código </vt:lpstr>
      <vt:lpstr>Análisis de código regla 4</vt:lpstr>
      <vt:lpstr>Resultados del código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Danny</dc:creator>
  <cp:lastModifiedBy>SAGAL PAZMIÑO DANNY</cp:lastModifiedBy>
  <cp:revision>8</cp:revision>
  <dcterms:created xsi:type="dcterms:W3CDTF">2026-05-02T13:38:21Z</dcterms:created>
  <dcterms:modified xsi:type="dcterms:W3CDTF">2026-05-02T14:40:18Z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2026-05-02T00:00:00Z</vt:filetime>
  </property>
  <property fmtid="{D5CDD505-2E9C-101B-9397-08002B2CF9AE}" pid="3" name="LastSaved">
    <vt:filetime>2026-05-02T00:00:00Z</vt:filetime>
  </property>
</Properties>
</file>